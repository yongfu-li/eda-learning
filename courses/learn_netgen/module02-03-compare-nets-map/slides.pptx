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net names between schematic and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Y, VDD, VSS appear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intersection gives four matched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Schematic net names from devices +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net names from extract SPICE.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**compare-nets-map**.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NETGEN_PARTA_OK.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schematic SPICE with layout extract. Forgetting permute on source/drain.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Netgen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Netgen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Match net names between schematic and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matched_nets=4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nets</a:t>
            </a:r>
          </a:p>
        </p:txBody>
      </p:sp>
      <p:pic>
        <p:nvPicPr>
          <p:cNvPr id="3" name="Picture 2" descr="01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All match</a:t>
            </a:r>
          </a:p>
        </p:txBody>
      </p:sp>
      <p:pic>
        <p:nvPicPr>
          <p:cNvPr id="3" name="Picture 2" descr="02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All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Schematic nets</a:t>
            </a:r>
          </a:p>
        </p:txBody>
      </p:sp>
      <p:pic>
        <p:nvPicPr>
          <p:cNvPr id="3" name="Picture 2" descr="03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Schematic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 nets</a:t>
            </a:r>
          </a:p>
        </p:txBody>
      </p:sp>
      <p:pic>
        <p:nvPicPr>
          <p:cNvPr id="3" name="Picture 2" descr="04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compare-nets-map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NETGEN_PARTA_OK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schematic SPICE with layout extract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permute on source/drain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Netgen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matched_nets=4.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Netgen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compare nets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