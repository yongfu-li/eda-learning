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LVS report with class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matched=2/4; mismatch=0; classes=2.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Netgen report summarizes LVS.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MATCHED_DEVICES=2.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MATCHED_NETS=4.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CLASSES=2.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mismatch=0.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**real-lvs-report**.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real_solvers.py — REAL_NETGEN_OK.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without re-running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Netgen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B evidence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Netgen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LVS report with class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matched=2/4; mismatch=0; classes=2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 cmd</a:t>
            </a:r>
          </a:p>
        </p:txBody>
      </p:sp>
      <p:pic>
        <p:nvPicPr>
          <p:cNvPr id="3" name="Picture 2" descr="01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 cmd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Devices</a:t>
            </a:r>
          </a:p>
        </p:txBody>
      </p:sp>
      <p:pic>
        <p:nvPicPr>
          <p:cNvPr id="3" name="Picture 2" descr="02-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Nets</a:t>
            </a:r>
          </a:p>
        </p:txBody>
      </p:sp>
      <p:pic>
        <p:nvPicPr>
          <p:cNvPr id="3" name="Picture 2" descr="03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Classes</a:t>
            </a:r>
          </a:p>
        </p:txBody>
      </p:sp>
      <p:pic>
        <p:nvPicPr>
          <p:cNvPr id="3" name="Picture 2" descr="04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real-lvs-report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real_solvers.py , REAL_NETGEN_OK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without re-running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Netgen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matched=2/4; mismatch=0; classes=2.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B evidence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lvs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