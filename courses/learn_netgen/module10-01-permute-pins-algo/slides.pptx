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Permute source/drain within MOSFET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permute_ok=True.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Drain and source may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does not permute.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 permute includes D,S.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pmos permute includes D,S.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permute_ok=True.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**permute-pins-algo**.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tiny_algo_netgen without updating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Permute source/drain within MOSFET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permute_ok=True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D/S permute</a:t>
            </a:r>
          </a:p>
        </p:txBody>
      </p:sp>
      <p:pic>
        <p:nvPicPr>
          <p:cNvPr id="3" name="Picture 2" descr="01-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D/S permute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 fixed</a:t>
            </a:r>
          </a:p>
        </p:txBody>
      </p:sp>
      <p:pic>
        <p:nvPicPr>
          <p:cNvPr id="3" name="Picture 2" descr="02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nmos rule</a:t>
            </a:r>
          </a:p>
        </p:txBody>
      </p:sp>
      <p:pic>
        <p:nvPicPr>
          <p:cNvPr id="3" name="Picture 2" descr="03-n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nmos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pmos rule</a:t>
            </a:r>
          </a:p>
        </p:txBody>
      </p:sp>
      <p:pic>
        <p:nvPicPr>
          <p:cNvPr id="3" name="Picture 2" descr="04-p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pmos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permute-pins-algo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tiny_algo_netgen without updating Part B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permute_ok=True.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permute pins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