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 devices by nmos/pmos class for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hash_device_count=2.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mn1/mp1 and X0/X1 by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class buckets for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mn1 nmos, mp1 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X0 nmos, X1 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hash_device_count=2.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**hash-devices-algo**.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tiny_algo_netgen without updating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Hash devices by nmos/pmos class for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hash_device_count=2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Device classes</a:t>
            </a:r>
          </a:p>
        </p:txBody>
      </p:sp>
      <p:pic>
        <p:nvPicPr>
          <p:cNvPr id="3" name="Picture 2" descr="01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Device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Hash buckets</a:t>
            </a:r>
          </a:p>
        </p:txBody>
      </p:sp>
      <p:pic>
        <p:nvPicPr>
          <p:cNvPr id="3" name="Picture 2" descr="02-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Hash buckets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Schematic side</a:t>
            </a:r>
          </a:p>
        </p:txBody>
      </p:sp>
      <p:pic>
        <p:nvPicPr>
          <p:cNvPr id="3" name="Picture 2" descr="03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Schematic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 side</a:t>
            </a:r>
          </a:p>
        </p:txBody>
      </p:sp>
      <p:pic>
        <p:nvPicPr>
          <p:cNvPr id="3" name="Picture 2" descr="04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hash-devices-algo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tiny_algo_netgen without updating Part B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hash_device_count=2.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hash devices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