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the full real Netgen engine against goldens.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real_netgen_engine ok=True.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 recipe has six Tcl stages.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Still 2 sch + 2 lay devices.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Still 4 matched nets.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Still mismatch=0.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real_netgen_engine ok=True.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**netgen-evidence**.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real_solvers.py — REAL_NETGEN_OK.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Editing goldens without re-running scripts.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run the real Netgen self-test.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check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 Part B evidence track.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real Netgen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Run the full real Netgen engine against goldens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netgen evidence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real_netgen_engine ok=True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netgen evidence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Full recipe</a:t>
            </a:r>
          </a:p>
        </p:txBody>
      </p:sp>
      <p:pic>
        <p:nvPicPr>
          <p:cNvPr id="3" name="Picture 2" descr="01-reci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Full recipe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netgen evidence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Read golden</a:t>
            </a:r>
          </a:p>
        </p:txBody>
      </p:sp>
      <p:pic>
        <p:nvPicPr>
          <p:cNvPr id="3" name="Picture 2" descr="02-r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Read 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netgen evidence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Compare golden</a:t>
            </a:r>
          </a:p>
        </p:txBody>
      </p:sp>
      <p:pic>
        <p:nvPicPr>
          <p:cNvPr id="3" name="Picture 2" descr="03-c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Compare 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netgen evidence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Report golden</a:t>
            </a:r>
          </a:p>
        </p:txBody>
      </p:sp>
      <p:pic>
        <p:nvPicPr>
          <p:cNvPr id="3" name="Picture 2" descr="04-r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Report 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netgen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Engine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netgen evidence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netgen-evidence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netgen evidence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Run real_solvers.py , REAL_NETGEN_OK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netgen evidence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Editing goldens without re-running scripts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netgen evidence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folder, run the real Netgen self-test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netgen evidence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courses/learn_netgen/common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real_solvers.py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netgen evidence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check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netgen evidence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real_netgen_engine ok=True.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ok if goldens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netgen evidence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Part B evidence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netgen evidence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