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finished the Netgen map, real CLI evidence, algorithms bound to LVS goldens, and netcomp C tree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match LVS golden matched=2/4 mismatch=0 and open Obj/Netlist/Element with intent to contribute.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on the OpenLane path: KLayout, OpenROAD, OpenLane.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Parts A–D complete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finished the Netgen map, real CLI evidence, algorithms bound to LVS goldens, and netcomp C tree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match LVS golden matched=2/4 mismatch=0 and open Obj/Netlist/Element with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 on the OpenLane path: KLayout, OpenROAD, OpenLane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