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Obj / Netlist / Element to the Netgen C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Name the three pillars and how Netlist holds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 holds Tcl strings, hashes,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Netlist holds ports, devices,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Element holds pins and device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 values feed Netlist; Element wraps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Obj, Netlist, Element —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**netcomp-model**.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netcomp_model() in internals_solvers.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Netgen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Netgen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 Obj / Netlist / Element to the Netgen C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Name the three pillars and how Netlist holds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Obj</a:t>
            </a:r>
          </a:p>
        </p:txBody>
      </p:sp>
      <p:pic>
        <p:nvPicPr>
          <p:cNvPr id="3" name="Picture 2" descr="01-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Obj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Netlist</a:t>
            </a:r>
          </a:p>
        </p:txBody>
      </p:sp>
      <p:pic>
        <p:nvPicPr>
          <p:cNvPr id="3" name="Picture 2" descr="02-net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Element</a:t>
            </a:r>
          </a:p>
        </p:txBody>
      </p:sp>
      <p:pic>
        <p:nvPicPr>
          <p:cNvPr id="3" name="Picture 2" descr="03-e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Nesting</a:t>
            </a:r>
          </a:p>
        </p:txBody>
      </p:sp>
      <p:pic>
        <p:nvPicPr>
          <p:cNvPr id="3" name="Picture 2" descr="04-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netcomp-model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netcomp_model() in internals_solvers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Name the three pillars and how Netlist holds devices.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INTERNALS_GOLDENS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Netgen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netcomp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