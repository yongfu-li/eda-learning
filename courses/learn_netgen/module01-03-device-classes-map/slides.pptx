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nmos/pmos device classes for compare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classes=2 (nmos, pmos).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 devices grouped for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pmos devices grouped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 nmos→nmos, pmos→pmos.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golden class_count=2.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class_count=2.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**device-classes-map**.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Device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 nmos/pmos device classes for compare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classes=2 (nmos, pmos)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nmos class</a:t>
            </a:r>
          </a:p>
        </p:txBody>
      </p:sp>
      <p:pic>
        <p:nvPicPr>
          <p:cNvPr id="3" name="Picture 2" descr="01-n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nmos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pmos class</a:t>
            </a:r>
          </a:p>
        </p:txBody>
      </p:sp>
      <p:pic>
        <p:nvPicPr>
          <p:cNvPr id="3" name="Picture 2" descr="02-p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pmos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Class map</a:t>
            </a:r>
          </a:p>
        </p:txBody>
      </p:sp>
      <p:pic>
        <p:nvPicPr>
          <p:cNvPr id="3" name="Picture 2" descr="03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Class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classes</a:t>
            </a:r>
          </a:p>
        </p:txBody>
      </p:sp>
      <p:pic>
        <p:nvPicPr>
          <p:cNvPr id="3" name="Picture 2" descr="04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device-classes-map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classes=2 (nmos, pmos).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device classes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