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 where a new Tcl command lives and the minimal stub to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tclcmd/cmd_lvs.c + register + Makefile + netgen help lvs.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netcomp/ and tclcmd/ hold compare and Tcl.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Minimal .c: Tcl command lvs registration.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object to Makefile and rebuild Netgen.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netgen help lvs proves the command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path + tcl + makefile + rebuild +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**contribute-netgen**.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contribute_netgen() in internals_solvers.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Treating browser JSON as the C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internals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checklist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the Netgen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Netgen internals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Know where a new Tcl command lives and the minimal stub to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contribute netgen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tclcmd/cmd_lvs.c + register + Makefile + netgen help lvs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contribute netgen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Tree layout</a:t>
            </a:r>
          </a:p>
        </p:txBody>
      </p:sp>
      <p:pic>
        <p:nvPicPr>
          <p:cNvPr id="3" name="Picture 2" descr="01-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Tree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contribute netgen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Stub file</a:t>
            </a:r>
          </a:p>
        </p:txBody>
      </p:sp>
      <p:pic>
        <p:nvPicPr>
          <p:cNvPr id="3" name="Picture 2" descr="02-st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Stub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contribute netgen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Makefile hook</a:t>
            </a:r>
          </a:p>
        </p:txBody>
      </p:sp>
      <p:pic>
        <p:nvPicPr>
          <p:cNvPr id="3" name="Picture 2" descr="03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Makefile 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contribute netgen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Smoke</a:t>
            </a:r>
          </a:p>
        </p:txBody>
      </p:sp>
      <p:pic>
        <p:nvPicPr>
          <p:cNvPr id="3" name="Picture 2" descr="04-sm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Smoke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contribute netgen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contribute netgen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contribute-netgen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contribute netgen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contribute_netgen() in internals_solvers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contribute netgen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Treating browser JSON as the C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contribute netgen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internals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contribute netgen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courses/learn_netgen/common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internals_solvers.py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contribute netgen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checklist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contribute netgen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tclcmd/cmd_lvs.c + register + Makefile + netgen help lvs.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 INTERNALS_GOLDENS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contribute netgen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Wrap the Netgen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contribute netgen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