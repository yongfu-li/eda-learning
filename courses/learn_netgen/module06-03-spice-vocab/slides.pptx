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device prefixes and port/pin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Devices=2; nets=4; classes nmos/pmos.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SPICE devices use M or X prefixes.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Ports A, Y, VDD, 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MOSFET pins gate, drain,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 and pmos device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device_count=2 net_count=4.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**spice-vocab**.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Name device prefixes and port/pin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Devices=2; nets=4; classes nmos/pmos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M/X prefixes</a:t>
            </a:r>
          </a:p>
        </p:txBody>
      </p:sp>
      <p:pic>
        <p:nvPicPr>
          <p:cNvPr id="3" name="Picture 2" descr="01-pre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M/X prefixes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ports</a:t>
            </a:r>
          </a:p>
        </p:txBody>
      </p:sp>
      <p:pic>
        <p:nvPicPr>
          <p:cNvPr id="3" name="Picture 2" descr="02-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G,D,S pins</a:t>
            </a:r>
          </a:p>
        </p:txBody>
      </p:sp>
      <p:pic>
        <p:nvPicPr>
          <p:cNvPr id="3" name="Picture 2" descr="03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G,D,S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Classes</a:t>
            </a:r>
          </a:p>
        </p:txBody>
      </p:sp>
      <p:pic>
        <p:nvPicPr>
          <p:cNvPr id="3" name="Picture 2" descr="04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spice-vocab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Devices=2; nets=4; classes nmos/pmos.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spice vocab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