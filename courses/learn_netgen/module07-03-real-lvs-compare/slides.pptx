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nets and devices between sch and 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matched_nets=4; matched_devices=2; mismatch=0.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Netgen compare matches nets/devices.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nets 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devices matched.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MISMATCH=0 in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matched_nets=4 matched_devices=2.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**real-lvs-compare**.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real_solvers.py — REAL_NETGEN_OK.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without re-running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Netgen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B evidence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Netgen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Compare nets and devices between sch and 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matched_nets=4; matched_devices=2; mismatch=0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compare</a:t>
            </a:r>
          </a:p>
        </p:txBody>
      </p:sp>
      <p:pic>
        <p:nvPicPr>
          <p:cNvPr id="3" name="Picture 2" descr="01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nets</a:t>
            </a:r>
          </a:p>
        </p:txBody>
      </p:sp>
      <p:pic>
        <p:nvPicPr>
          <p:cNvPr id="3" name="Picture 2" descr="02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Four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devices</a:t>
            </a:r>
          </a:p>
        </p:txBody>
      </p:sp>
      <p:pic>
        <p:nvPicPr>
          <p:cNvPr id="3" name="Picture 2" descr="03-d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Zero mismatch</a:t>
            </a:r>
          </a:p>
        </p:txBody>
      </p:sp>
      <p:pic>
        <p:nvPicPr>
          <p:cNvPr id="3" name="Picture 2" descr="04-m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Zero mismatch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real-lvs-compare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real_solvers.py , REAL_NETGEN_OK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without re-running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Netgen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courses/learn_netgen/common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matched_nets=4; matched_devices=2; mismatch=0.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B evidence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learn_netgen — 03 real lvs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