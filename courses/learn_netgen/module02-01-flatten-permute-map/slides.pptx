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Source/drain pins may permute within a MOSFET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permute D/S on nmos/pmos.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Source/drain may swap within MOSFET.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 permute list includes D and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pmos permute list includes D and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 pin G does not permute.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permute_ok=True.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**flatten-permute-map**.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NETGEN_PARTA_OK.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Confusing schematic SPICE with layout extract. Forgetting permute on source/drain.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Netgen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Netgen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Flatten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Source/drain pins may permute within a MOSFET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flatten permute 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permute D/S on nmos/pmos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flatten permute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Permute rule</a:t>
            </a:r>
          </a:p>
        </p:txBody>
      </p:sp>
      <p:pic>
        <p:nvPicPr>
          <p:cNvPr id="3" name="Picture 2" descr="01-per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Permute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flatten permute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nmos D/S</a:t>
            </a:r>
          </a:p>
        </p:txBody>
      </p:sp>
      <p:pic>
        <p:nvPicPr>
          <p:cNvPr id="3" name="Picture 2" descr="02-n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nmos D/S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flatten permute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pmos D/S</a:t>
            </a:r>
          </a:p>
        </p:txBody>
      </p:sp>
      <p:pic>
        <p:nvPicPr>
          <p:cNvPr id="3" name="Picture 2" descr="03-p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pmos D/S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flatten permute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Gate fixed</a:t>
            </a:r>
          </a:p>
        </p:txBody>
      </p:sp>
      <p:pic>
        <p:nvPicPr>
          <p:cNvPr id="3" name="Picture 2" descr="04-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Gate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flatten permute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flatten permute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flatten-permute-map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flatten permute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NETGEN_PARTA_OK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flatten permute 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schematic SPICE with layout extract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permute on source/drain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flatten permute 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Netgen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flatten permute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flatten permute 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flatten permute 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permute D/S on nmos/pmos.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flatten permute map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Netgen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flatten permute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