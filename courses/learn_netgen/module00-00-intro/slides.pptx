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OpenLane uses Netgen for LVS — comparing schematic and layout netlists. This course teaches the tool the same way learn_yosys teaches Yosys: map, then real CLI, then algorithms,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A is the interactive LVS map. Part B drives real Netgen with Tcl. Part C binds algorithms to LVS goldens. Part D orients you to the netcomp C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should know LVS basics from learn_lvs or layout from learn_magic — devices, nets, compare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read netlists map lab, then device classes, then the real CLI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OpenLane uses Netgen for LVS , comparing schematic and layout netlists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A is the interactive LVS 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B drives real Netgen with Tcl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C binds algorithms to LVS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D orients you to the netcomp C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Prereq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should know LVS basics from learn_lvs or layout from learn_magic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 with the read netlists map lab, then device classes, then the real CLI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