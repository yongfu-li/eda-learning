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compare flow bound to Part B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read_sch→read_lay→hash→match→emit (matched=2/4).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Parse schematic SPICE into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Parse layout SPICE into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devices by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net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matched=2/4 mismatch=0.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**read-compare-c**.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read_compare_c() in internals_solvers.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browser JSON as the C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internals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checklist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Netgen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Netgen internals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Read the compare flow bound to Part B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read_sch→read_lay→hash→match→emit (matched=2/4)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read_sch</a:t>
            </a:r>
          </a:p>
        </p:txBody>
      </p:sp>
      <p:pic>
        <p:nvPicPr>
          <p:cNvPr id="3" name="Picture 2" descr="01-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read_sch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read_lay</a:t>
            </a:r>
          </a:p>
        </p:txBody>
      </p:sp>
      <p:pic>
        <p:nvPicPr>
          <p:cNvPr id="3" name="Picture 2" descr="02-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read_lay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hash_devices</a:t>
            </a:r>
          </a:p>
        </p:txBody>
      </p:sp>
      <p:pic>
        <p:nvPicPr>
          <p:cNvPr id="3" name="Picture 2" descr="03-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hash_devices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match_nets</a:t>
            </a:r>
          </a:p>
        </p:txBody>
      </p:sp>
      <p:pic>
        <p:nvPicPr>
          <p:cNvPr id="3" name="Picture 2" descr="04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match_nets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read-compare-c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read_compare_c() in internals_solvers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browser JSON as the C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internals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internals_solvers.py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checklist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read_sch→read_lay→hash→match→emit (matched=2/4).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INTERNALS_GOLDENS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Wrap the Netgen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read compare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