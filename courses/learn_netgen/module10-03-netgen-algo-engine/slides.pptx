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Part C engine and bind to Part B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ok; bind matched 2/4 mismatch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 devices matches golden.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nets matches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Permute pins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matched 2/4 ↔ Part B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netgen_algo_engine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**netgen-algo-engine**.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tiny_algo_netgen without updating Part B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Part C engine and bind to Part B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engine ok; bind matched 2/4 mismatch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Hash ok</a:t>
            </a:r>
          </a:p>
        </p:txBody>
      </p:sp>
      <p:pic>
        <p:nvPicPr>
          <p:cNvPr id="3" name="Picture 2" descr="01-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Hash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Match ok</a:t>
            </a:r>
          </a:p>
        </p:txBody>
      </p:sp>
      <p:pic>
        <p:nvPicPr>
          <p:cNvPr id="3" name="Picture 2" descr="02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Match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Permute ok</a:t>
            </a:r>
          </a:p>
        </p:txBody>
      </p:sp>
      <p:pic>
        <p:nvPicPr>
          <p:cNvPr id="3" name="Picture 2" descr="03-p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Permute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Bind Part B</a:t>
            </a:r>
          </a:p>
        </p:txBody>
      </p:sp>
      <p:pic>
        <p:nvPicPr>
          <p:cNvPr id="3" name="Picture 2" descr="04-b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Bind 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netgen-algo-engine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tiny_algo_netgen without updating Part B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engine ok; bind matched 2/4 mismatch 0.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algo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