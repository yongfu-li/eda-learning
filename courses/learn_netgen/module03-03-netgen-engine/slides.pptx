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Part A engine; ok when every golden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netgen_engine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netlists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 classes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permute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nets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netgen_engine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**netgen-engine**.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Part A engine; ok when every golden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netgen_engine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ok</a:t>
            </a:r>
          </a:p>
        </p:txBody>
      </p:sp>
      <p:pic>
        <p:nvPicPr>
          <p:cNvPr id="3" name="Picture 2" descr="01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Classes ok</a:t>
            </a:r>
          </a:p>
        </p:txBody>
      </p:sp>
      <p:pic>
        <p:nvPicPr>
          <p:cNvPr id="3" name="Picture 2" descr="02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Classes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Permute ok</a:t>
            </a:r>
          </a:p>
        </p:txBody>
      </p:sp>
      <p:pic>
        <p:nvPicPr>
          <p:cNvPr id="3" name="Picture 2" descr="03-p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Permute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 ok</a:t>
            </a:r>
          </a:p>
        </p:txBody>
      </p:sp>
      <p:pic>
        <p:nvPicPr>
          <p:cNvPr id="3" name="Picture 2" descr="04-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Compare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 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netgen-engine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netgen_engine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netgen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