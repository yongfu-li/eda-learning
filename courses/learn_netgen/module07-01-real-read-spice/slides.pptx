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tiny_inv schematic and layout SPICE.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sch_devices=2; lay_devices=2; nets=4.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tiny_inv.sch.spice — 2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tiny_inv.lay.spice — 2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nets on each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 name tiny_inv.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sch/lay devices=2 nets=4.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**real-read-spice**.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real_solvers.py — REAL_NETGEN_OK.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without re-running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Netgen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B evidence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Netgen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Read tiny_inv schematic and layout SPICE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read spice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sch_devices=2; lay_devices=2; nets=4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read spice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Schematic</a:t>
            </a:r>
          </a:p>
        </p:txBody>
      </p:sp>
      <p:pic>
        <p:nvPicPr>
          <p:cNvPr id="3" name="Picture 2" descr="01-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Schematic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read spice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Layout</a:t>
            </a:r>
          </a:p>
        </p:txBody>
      </p:sp>
      <p:pic>
        <p:nvPicPr>
          <p:cNvPr id="3" name="Picture 2" descr="02-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read spice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Four nets</a:t>
            </a:r>
          </a:p>
        </p:txBody>
      </p:sp>
      <p:pic>
        <p:nvPicPr>
          <p:cNvPr id="3" name="Picture 2" descr="03-n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Four 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read spice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tiny_inv</a:t>
            </a:r>
          </a:p>
        </p:txBody>
      </p:sp>
      <p:pic>
        <p:nvPicPr>
          <p:cNvPr id="3" name="Picture 2" descr="04-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tiny_inv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read spice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read spice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real-read-spice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read spice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real_solvers.py , REAL_NETGEN_OK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read spice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without re-running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read spice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Netgen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read spice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read spice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read spice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sch_devices=2; lay_devices=2; nets=4.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read spice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B evidence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real read spice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