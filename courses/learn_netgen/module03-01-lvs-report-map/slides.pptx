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LVS report: matched devices and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matched_devices=2; mismatch=0.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devices matched by type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nmos + one pmos each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mismatch_count=0 on tiny_inv.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Netgen report summarizes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matched_devices=2 mismatch=0.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**lvs-report-map**.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NETGEN_PARTA_OK.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schematic SPICE with layout extract. Forgetting permute on source/drain.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Netgen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Netgen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LVS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LVS report: matched devices and mismatches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matched_devices=2; mismatch=0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Device match</a:t>
            </a:r>
          </a:p>
        </p:txBody>
      </p:sp>
      <p:pic>
        <p:nvPicPr>
          <p:cNvPr id="3" name="Picture 2" descr="01-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Device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nmos/pmos</a:t>
            </a:r>
          </a:p>
        </p:txBody>
      </p:sp>
      <p:pic>
        <p:nvPicPr>
          <p:cNvPr id="3" name="Picture 2" descr="02-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nmos/pmos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Zero mismatch</a:t>
            </a:r>
          </a:p>
        </p:txBody>
      </p:sp>
      <p:pic>
        <p:nvPicPr>
          <p:cNvPr id="3" name="Picture 2" descr="03-m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Zero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LVS report</a:t>
            </a:r>
          </a:p>
        </p:txBody>
      </p:sp>
      <p:pic>
        <p:nvPicPr>
          <p:cNvPr id="3" name="Picture 2" descr="04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LVS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lvs-report-map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NETGEN_PARTA_OK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schematic SPICE with layout extract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permute on source/drain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Netgen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matched_devices=2; mismatch=0.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Netgen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01 lvs report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