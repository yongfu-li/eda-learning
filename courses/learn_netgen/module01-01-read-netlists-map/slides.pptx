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schematic and layout SPICE-like netlists.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sch/lay devices=2.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tiny_inv schematic has mn1 (nmos) and mp1 (pmos).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 side has X0 (nmos) and X1 (pmos).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Ports A, Y, VDD, VSS on both sides.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Netgen read loads SPICE-like netlists.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sch_devices=2 lay_devices=2.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**read-netlists-map**. Run the stage buttons and Check the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solvers.py and confirm NETGEN_PARTA_OK.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Confusing schematic SPICE with layout extract. Forgetting permute on source/drain.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Netgen map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Netgen Part A map, then the real CLI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Read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Read schematic and layout SPICE-like netlists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read netlists 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sch/lay devices=2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read netlists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Schematic</a:t>
            </a:r>
          </a:p>
        </p:txBody>
      </p:sp>
      <p:pic>
        <p:nvPicPr>
          <p:cNvPr id="3" name="Picture 2" descr="01-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Schematic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read netlists 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Layout</a:t>
            </a:r>
          </a:p>
        </p:txBody>
      </p:sp>
      <p:pic>
        <p:nvPicPr>
          <p:cNvPr id="3" name="Picture 2" descr="02-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read netlists 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Four ports</a:t>
            </a:r>
          </a:p>
        </p:txBody>
      </p:sp>
      <p:pic>
        <p:nvPicPr>
          <p:cNvPr id="3" name="Picture 2" descr="03-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Four 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read netlists 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read command</a:t>
            </a:r>
          </a:p>
        </p:txBody>
      </p:sp>
      <p:pic>
        <p:nvPicPr>
          <p:cNvPr id="3" name="Picture 2" descr="04-r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read command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read netlists 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read netlists 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read-netlists-map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the stage buttons and Check the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read netlists 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solvers.py and confirm NETGEN_PARTA_OK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read netlists map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Confusing schematic SPICE with layout extract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permute on source/drain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read netlists 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Netgen map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read netlists map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courses/learn_netgen/common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read netlists map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read netlists map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sch/lay devices=2.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read netlists map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Netgen Part A map, then the real CLI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read netlists 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