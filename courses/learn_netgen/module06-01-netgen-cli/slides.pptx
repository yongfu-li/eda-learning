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Invoke netgen -batch script.tcl; recipe starts read_sch→read_lay.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First two cmds: read_sch, read_lay.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Netgen runs Tcl with netgen -batch -noc script.tcl.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read schematic SPICE.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read layout/extract SPICE.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nets and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recipe prefix read_sch→read_lay.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**netgen-cli**.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real_solvers.py — REAL_NETGEN_OK.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without re-running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Netgen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B evidence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Invoke netgen -batch script.tcl; recipe starts read_sch→read_lay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First two cmds: read_sch, read_lay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netgen -batch</a:t>
            </a:r>
          </a:p>
        </p:txBody>
      </p:sp>
      <p:pic>
        <p:nvPicPr>
          <p:cNvPr id="3" name="Picture 2" descr="01-inv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netgen -batch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sch</a:t>
            </a:r>
          </a:p>
        </p:txBody>
      </p:sp>
      <p:pic>
        <p:nvPicPr>
          <p:cNvPr id="3" name="Picture 2" descr="02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lay</a:t>
            </a:r>
          </a:p>
        </p:txBody>
      </p:sp>
      <p:pic>
        <p:nvPicPr>
          <p:cNvPr id="3" name="Picture 2" descr="03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</a:t>
            </a:r>
          </a:p>
        </p:txBody>
      </p:sp>
      <p:pic>
        <p:nvPicPr>
          <p:cNvPr id="3" name="Picture 2" descr="04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netgen-cli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real_solvers.py , REAL_NETGEN_OK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without re-running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Netgen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First two cmds: read_sch, read_lay.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B evidence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netgen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