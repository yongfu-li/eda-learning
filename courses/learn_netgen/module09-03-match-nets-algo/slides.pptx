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net names between schematic and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matched_nets=4.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nets from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nets from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 names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intersection on net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matched_nets=4.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**match-nets-algo**.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algo_solvers.py and partc_bind.py.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tiny_algo_netgen without updating Part B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Part C self-tests.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C, then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algorithms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Match net names between schematic and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matched_nets=4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Schematic nets</a:t>
            </a:r>
          </a:p>
        </p:txBody>
      </p:sp>
      <p:pic>
        <p:nvPicPr>
          <p:cNvPr id="3" name="Picture 2" descr="01-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Schematic 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Layout nets</a:t>
            </a:r>
          </a:p>
        </p:txBody>
      </p:sp>
      <p:pic>
        <p:nvPicPr>
          <p:cNvPr id="3" name="Picture 2" descr="02-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Layout 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Intersection</a:t>
            </a:r>
          </a:p>
        </p:txBody>
      </p:sp>
      <p:pic>
        <p:nvPicPr>
          <p:cNvPr id="3" name="Picture 2" descr="03-i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Intersection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Match algo</a:t>
            </a:r>
          </a:p>
        </p:txBody>
      </p:sp>
      <p:pic>
        <p:nvPicPr>
          <p:cNvPr id="3" name="Picture 2" descr="04-al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Match algo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match-nets-algo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algo_solvers.py and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tiny_algo_netgen without updating Part B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Part C self-tests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matched_nets=4.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and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C, then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match nets algo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