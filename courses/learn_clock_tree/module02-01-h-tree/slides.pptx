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H-trees are the classic picture of a balanced clock network on a regular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source, alternate horizontal and vertical splits toward sink groups. Each split creates steiner points and L-shaped legs to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Alternate horizontal and vertical splits from the source toward sink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H-tree edges fan from CLK to all six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D to see the source→D corridor.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Symmetric splits keep opposite corners similar — not perfect on this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H-trees when sinks fill a rectangle evenly; otherwise MMM or 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**h-tree**. Click Build H-tree. Select D and watch the yellow path. Compare skew to the MMM lab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`h_tree(source, chip)` / browser `hTree(positions)`. Attach sinks and print edge count and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Stopping after one H without recursion. Connecting sinks with Euclidean edges. Ignoring steiner points when measuring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Method of Means and Medians for irregular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H-tree topology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H-trees are the classic picture of a balanced clock network on a regular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source, alternate horizontal and vertical splits toward sink groups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split creates steiner points and L-shaped legs to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Recursive H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Recursive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Built tree</a:t>
            </a:r>
          </a:p>
        </p:txBody>
      </p:sp>
      <p:pic>
        <p:nvPicPr>
          <p:cNvPr id="3" name="Picture 2" descr="02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Built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highlight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Balance goal</a:t>
            </a:r>
          </a:p>
        </p:txBody>
      </p:sp>
      <p:pic>
        <p:nvPicPr>
          <p:cNvPr id="3" name="Picture 2" descr="04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Balance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When H-tree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When H-tree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`h_tree(source, chip)` / browser `hTree(positions)`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Attach sinks and print edge count and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after one H without recursion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Connecting sinks with Euclidean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steiner points when measuring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Method of Means and Medians for irregular sinks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h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