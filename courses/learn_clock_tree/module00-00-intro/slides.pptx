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Placement gave you cell centers. Clock tree synthesis connects a single source to every sink with controlled latency and skew.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CTS builds a tree from CLK to sinks A–F on our twelve-by-eight toy. You will measure skew, grow H-trees and MMM merges, balance with a zero-skew meeting point, then insert buffers.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CTS follows placement and delivers a low-skew clock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goldens. Mixing browser and offline without matching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Placement gave you cell centers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CTS builds a tree from CLK to sinks A–F on our twelve-by-eight toy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will measure skew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why CTS follows placement and delivers a low-skew clock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browser and offline without matching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