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Skew is the CTS scoreboard: how different are arrival times at sinks.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tree from source to each sink summing Manhattan edge lengths. Skew equals max latency minus min latency. Wire delay per unit is one on the toy.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Per-sink latency is Manhattan length along the tree; skew is max minus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 H-tree on spread and read skew overlay.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MMM merge may differ from H-tree on the same sinks.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sink A — yellow edges show source→A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Move sinks or switch topology to clear challenge bounds.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**latency-skew**. Build H-tree, read skew, then Build MMM and compare. Select A to highlight its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Implement or call `latency(path)` and `skew(latencies)` in `common/solvers.py`. Print skew for MMM on tiny_cts.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Using Euclidean distance. Comparing sinks without a tree. Treating buffer delay as wire length without counting buffers.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grow a classic H-tree topology.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Latency and skew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Skew is the CTS scoreboard: how different are arrival times at sinks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03 latency skew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Walk the tree from source to each sink summing Manhattan edge lengths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Skew equals max latency minus min latency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Wire delay per unit is one on the toy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03 latency skew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Skew = max − min</a:t>
            </a:r>
          </a:p>
        </p:txBody>
      </p:sp>
      <p:pic>
        <p:nvPicPr>
          <p:cNvPr id="3" name="Picture 2" descr="01-d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Skew = max −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03 latency skew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H-tree skew</a:t>
            </a:r>
          </a:p>
        </p:txBody>
      </p:sp>
      <p:pic>
        <p:nvPicPr>
          <p:cNvPr id="3" name="Picture 2" descr="02-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H-tree skew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03 latency skew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MMM skew</a:t>
            </a:r>
          </a:p>
        </p:txBody>
      </p:sp>
      <p:pic>
        <p:nvPicPr>
          <p:cNvPr id="3" name="Picture 2" descr="03-mm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MMM skew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03 latency skew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Path to A</a:t>
            </a:r>
          </a:p>
        </p:txBody>
      </p:sp>
      <p:pic>
        <p:nvPicPr>
          <p:cNvPr id="3" name="Picture 2" descr="04-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Path to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03 latency skew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Drive skew down</a:t>
            </a:r>
          </a:p>
        </p:txBody>
      </p:sp>
      <p:pic>
        <p:nvPicPr>
          <p:cNvPr id="3" name="Picture 2" descr="05-go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Drive skew 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03 latency skew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03 latency skew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Implement or call `latency(path)` and `skew(latencies)` in `common/solvers.py`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Print skew for MMM on tiny_cts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03 latency skew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Using Euclidean distance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Comparing sinks without a tree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Treating buffer delay as wire length without counting buffers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03 latency skew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grow a classic H-tree topology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03 latency skew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