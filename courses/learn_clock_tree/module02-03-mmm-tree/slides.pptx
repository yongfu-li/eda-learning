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sinks are irregular, greedy merge adapts better than a pure geometric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each sink as a fragment. Repeatedly merge the closest pair of fragment roots at their midpoint, then trunk the final root to the clock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Repeatedly merge the closest fragment roots at their midpoint.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MMM connects all sinks then trunks to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Steiners mark where two subtrees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MMM adapts to irregular sink sets better than pure H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Zero-skew merge balances subtree delays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**mmm-tree**. Build MMM, read skew, then rebuild after moving C. Compare to H-tree skew.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`mmm_tree(source, sinks)` in solvers. Assert every sink endpoint appears in the edge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Merging by Euclidean when latency is Manhattan. Forgetting to connect the final fragment to the source. Dropping steiner coordinates when buffering.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zero-skew merge (DME lite).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Method of Means and Medians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sinks are irregular, greedy merge adapts better than a pure geometric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 each sink as a fragment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Repeatedly merge the closest pair of fragment roots at their midpoint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Means &amp; medians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Means &amp; medians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Merged tree</a:t>
            </a:r>
          </a:p>
        </p:txBody>
      </p:sp>
      <p:pic>
        <p:nvPicPr>
          <p:cNvPr id="3" name="Picture 2" descr="02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Merged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points</a:t>
            </a:r>
          </a:p>
        </p:txBody>
      </p:sp>
      <p:pic>
        <p:nvPicPr>
          <p:cNvPr id="3" name="Picture 2" descr="03-ste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vs H-tree</a:t>
            </a:r>
          </a:p>
        </p:txBody>
      </p:sp>
      <p:pic>
        <p:nvPicPr>
          <p:cNvPr id="3" name="Picture 2" descr="04-vs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vs H-tree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Toward DME</a:t>
            </a:r>
          </a:p>
        </p:txBody>
      </p:sp>
      <p:pic>
        <p:nvPicPr>
          <p:cNvPr id="3" name="Picture 2" descr="05-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Toward 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`mmm_tree(source, sinks)` in solvers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every sink endpoint appears in the edge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Merging by Euclidean when latency is Manhattan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connect the final fragment to the source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Dropping steiner coordinates when buffering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zero-skew merge (DME lite)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03 mmm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