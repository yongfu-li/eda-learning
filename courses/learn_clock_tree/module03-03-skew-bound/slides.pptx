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asks: is skew under budget? This lab makes that a Check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skew_bound_ok is true when skew ≤ bound. Zero-skew merge often meets bound two on the toy; H-tree may need moves or a different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 ask skew ≤ GOLDENS.skewBoundDefault (2)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Zero-skew merge often meets the bound without moving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H-tree skew can exceed the tight bound on this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Buffering changes latencies — re-check the bound after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CTS targets skew under corners; this lab is the scalar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**skew-bound**. Run Zero-skew merge demo and Check. Try H-tree and see if you need to move sinks to meet bound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`skew_bound_ok(latencies, bound)`. Document GOLDENS.skewBoundDefault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Hard-coding pass without measuring. Forgetting to rebuild after moving sinks. Mixing buffered and unbuffered latencies.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sequential CTS connecting sinks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Skew bound with buffers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asks: is skew under budget?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Skew_bound_ok is true when skew ≤ bound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Zero-skew merge often meets bound two on the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Target bound</a:t>
            </a:r>
          </a:p>
        </p:txBody>
      </p:sp>
      <p:pic>
        <p:nvPicPr>
          <p:cNvPr id="3" name="Picture 2" descr="01-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Target 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Zero-skew helps</a:t>
            </a:r>
          </a:p>
        </p:txBody>
      </p:sp>
      <p:pic>
        <p:nvPicPr>
          <p:cNvPr id="3" name="Picture 2" descr="02-z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Zero-skew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 may miss</a:t>
            </a:r>
          </a:p>
        </p:txBody>
      </p:sp>
      <p:pic>
        <p:nvPicPr>
          <p:cNvPr id="3" name="Picture 2" descr="03-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 may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Buffers + bound</a:t>
            </a:r>
          </a:p>
        </p:txBody>
      </p:sp>
      <p:pic>
        <p:nvPicPr>
          <p:cNvPr id="3" name="Picture 2" descr="04-b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Buffers + 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Toward signoff</a:t>
            </a:r>
          </a:p>
        </p:txBody>
      </p:sp>
      <p:pic>
        <p:nvPicPr>
          <p:cNvPr id="3" name="Picture 2" descr="05-sign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Toward signoff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`skew_bound_ok(latencies, bound)`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Document GOLDENS.skewBoundDefault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Hard-coding pass without measuring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rebuild after moving sinks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buffered and unbuffered latencies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sequential CTS connecting sinks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skew 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