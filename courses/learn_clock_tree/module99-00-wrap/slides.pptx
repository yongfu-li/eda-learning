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You built clock trees on the same chip spine as placement and routing.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Sinks, skew, H-tree, MMM, zero-skew merge, taps, buffering, bounds, sequential pass. Natural next step is learn_buffering for Van Ginneken-style insertion.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Recap sinks, skew, H/MMM/DME, buffers; choose learn_buffering next.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Skipping goldens. Mixing browser and offline without matching JSON.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Complete the checklist.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Continue the course.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Hook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You built clock trees on the same chip spine as placement and routing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learn_clock_tree — 00 wrap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Sinks, skew, H-tree, MMM, zero-skew merge, taps, buffering, bounds, sequential pass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Natural next step is learn_buffering for Van Ginneken-style insertion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learn_clock_tree — 00 wrap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What you will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Recap sinks, skew, H/MMM/DME, buffers; choose learn_buffering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learn_clock_tree — 00 wrap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Skipping goldens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Mixing browser and offline without matching JSON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learn_clock_tree — 00 wrap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Complete the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learn_clock_tree — 00 wrap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Complete the quiz for this part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Continue the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learn_clock_tree — 00 wrap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