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the browser, Track A still compares topologies on the same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tiny_cts.json, run sequential_cts for mmm and h_tree modes, print skew and buffer counts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H-tree, MMM, and sequential skew on tiny_cts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goldens. Mixing browser and offline without matching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Without the browser, Track A still compares topologies on the same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tiny_cts.json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H-tree, MMM, and sequential skew on tiny_cts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browser and offline without matching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