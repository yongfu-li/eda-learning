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Some flows grow the clock net in sink order—order changes skew.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from the source. For each sink in order A…F, attach an L-route to the nearest existing tree node. Optional buffering splits long legs afterward.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sinks A…F one-by-one to the nearest existing tree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Sequential tree grows from CLK outward.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Later sinks may attach far from source — skew can be higher than MMM.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Insert buffers after sequential to split long legs.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can build H, MMM, DME-lite, sequential — next deepen buffering.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**sequential-cts**. Run Sequential CTS, read skew, optionally Insert buffers. Compare to MMM on the same 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`sequential_cts(data, mode='mmm')` for a full pass, or use the browser sequential builder. Print skew.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Assuming order does not matter. Attaching to sinks only, not steiners. Skipping the source as the first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offline benchmark compare, then wrap.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Sequential CTS pass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Some flows grow the clock net in sink order, order changes skew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sequential 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Start from the source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 each sink in order A…F, attach an L-route to the nearest existing tree node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Optional buffering splits long legs afterward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sequential 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Net order</a:t>
            </a:r>
          </a:p>
        </p:txBody>
      </p:sp>
      <p:pic>
        <p:nvPicPr>
          <p:cNvPr id="3" name="Picture 2" descr="01-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Net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sequential 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Built pass</a:t>
            </a:r>
          </a:p>
        </p:txBody>
      </p:sp>
      <p:pic>
        <p:nvPicPr>
          <p:cNvPr id="3" name="Picture 2" descr="02-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Built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sequential 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Late sink</a:t>
            </a:r>
          </a:p>
        </p:txBody>
      </p:sp>
      <p:pic>
        <p:nvPicPr>
          <p:cNvPr id="3" name="Picture 2" descr="03-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Late sink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sequential 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Optional buffers</a:t>
            </a:r>
          </a:p>
        </p:txBody>
      </p:sp>
      <p:pic>
        <p:nvPicPr>
          <p:cNvPr id="3" name="Picture 2" descr="04-bu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Optional buffers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sequential 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Handoff</a:t>
            </a:r>
          </a:p>
        </p:txBody>
      </p:sp>
      <p:pic>
        <p:nvPicPr>
          <p:cNvPr id="3" name="Picture 2" descr="05-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Handoff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sequential 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sequential 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`sequential_cts(data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skew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sequential 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Assuming order does not matter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Attaching to sinks only, not steiners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the source as the first node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sequential cts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offline benchmark compare, then wrap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sequential 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