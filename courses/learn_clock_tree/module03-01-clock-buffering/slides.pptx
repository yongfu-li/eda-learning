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Long wires lose slew; CTS inserts buffers along the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an edge longer than maxWireLen, split it into equal pieces and place a buffer at each joint. Buffered latency adds bufferDelay per buffer on the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Split edges longer than maxWireLen; place buffer squares at joints.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H-tree may have long Manhattan legs.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Insert buffers — joints appear on long segments.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bufferedLatencies adds bufferDelay per buffer on the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Buffers restore slew but add delay — skew may rise or fall.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**clock-buffering**. Build H-tree, click Insert buffers, count orange squares. Read buffered latencies for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`insert_buffers(edge, max_span, buffer_delay)`. Assert max segment length ≤ max_span.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Buffering without splitting edges. Counting buffer delay twice. Using max span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meet a skew bound with buffers and topology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Clock buffering on wires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Long wires lose slew; CTS inserts buffers along the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01 clock buffering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If an edge longer than maxWireLen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Buffered latency adds bufferDelay per buffer on the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01 clock buffering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Long wires</a:t>
            </a:r>
          </a:p>
        </p:txBody>
      </p:sp>
      <p:pic>
        <p:nvPicPr>
          <p:cNvPr id="3" name="Picture 2" descr="01-i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Long wires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01 clock buffering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Before buffers</a:t>
            </a:r>
          </a:p>
        </p:txBody>
      </p:sp>
      <p:pic>
        <p:nvPicPr>
          <p:cNvPr id="3" name="Picture 2" descr="02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Before buffers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01 clock buffering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After insert</a:t>
            </a:r>
          </a:p>
        </p:txBody>
      </p:sp>
      <p:pic>
        <p:nvPicPr>
          <p:cNvPr id="3" name="Picture 2" descr="03-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After insert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01 clock buffering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Buffered latency</a:t>
            </a:r>
          </a:p>
        </p:txBody>
      </p:sp>
      <p:pic>
        <p:nvPicPr>
          <p:cNvPr id="3" name="Picture 2" descr="04-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Buffered latency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01 clock buffering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Trade-off</a:t>
            </a:r>
          </a:p>
        </p:txBody>
      </p:sp>
      <p:pic>
        <p:nvPicPr>
          <p:cNvPr id="3" name="Picture 2" descr="05-tr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Trade-off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01 clock buffering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01 clock buffering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`insert_buffers(edge, max_span, buffer_delay)`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Assert max segment length ≤ max_span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01 clock buffering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Buffering without splitting edges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Counting buffer delay twice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Using max span zero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01 clock buffering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meet a skew bound with buffers and topology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01 clock buffering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