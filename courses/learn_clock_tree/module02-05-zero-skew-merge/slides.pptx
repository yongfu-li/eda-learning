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Deferred-merge embedding equalizes delay so opposite arms arrive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Partition sinks left and right of the source. Choose a meeting steiner so left radius plus wire matches right radius plus wire. That is the zero-skew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sinks left/right of source; meet at a point that balances subtree radii.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Zero-skew demo places a merge steiner near CLK.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Opposite sinks should see similar source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Overlay reports near-zero skew on the toy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DME embeds delay recursively on every merge — this lab is the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**zero-skew-merge**. Run Zero-skew merge demo. Confirm skew near zero to three. Select A and B and compare latencies.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`zero_skew_merge(a,b,da,db)` for a 1D pair; run the browser demo for the full chip. Assert |la−lb| ≈ 0 for equal da,db.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Balancing Euclidean radii. Ignoring existing subtree delay da/db. Expecting full industrial DME from this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tapping points where the tree forks.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Zero-skew merge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Deferred-merge embedding equalizes delay so opposite arms arrive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Partition sinks left and right of the source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Choose a meeting steiner so left radius plus wire matches right radius plus wire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is the zero-skew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DME lite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DME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Balanced meet</a:t>
            </a:r>
          </a:p>
        </p:txBody>
      </p:sp>
      <p:pic>
        <p:nvPicPr>
          <p:cNvPr id="3" name="Picture 2" descr="02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Balanced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Symmetric paths</a:t>
            </a:r>
          </a:p>
        </p:txBody>
      </p:sp>
      <p:pic>
        <p:nvPicPr>
          <p:cNvPr id="3" name="Picture 2" descr="03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Symmetric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skew</a:t>
            </a:r>
          </a:p>
        </p:txBody>
      </p:sp>
      <p:pic>
        <p:nvPicPr>
          <p:cNvPr id="3" name="Picture 2" descr="04-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only</a:t>
            </a:r>
          </a:p>
        </p:txBody>
      </p:sp>
      <p:pic>
        <p:nvPicPr>
          <p:cNvPr id="3" name="Picture 2" descr="05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Toy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`zero_skew_merge(a,b,da,db)` for a 1D pair; run the browser demo for the full chip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|la−lb| ≈ 0 for equal da,db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Balancing Euclidean radii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existing subtree delay da/db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full industrial DME from this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tapping points where the tree forks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05 zero skew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