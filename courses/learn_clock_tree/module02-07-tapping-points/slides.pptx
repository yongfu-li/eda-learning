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Buffers and clock gates often sit where the tree forks.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steiner and edge endpoints. Keep points with degree at least three—those are tapping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Tapping points are steiners with degree ≥ 3 — where the clock forks.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MMM merge points are natural taps.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 splits also create high-degree junctions.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Buffers and gating often sit at taps; routing capacity concentrates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tappingPoints(tree) after Build — challenges score tap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**tapping-points**. Build MMM and confirm taps ≥ 1. Rebuild H-tree and compare tap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`tapping_points(tree)` after `mmm_tree`. Assert length ≥ 1 on tiny_cts.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leaf sinks as taps. Using degree on undirected edges inconsistently. Dropping steiners before the degree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insert buffers on long wires.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Tapping / branch points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Buffers and clock gates often sit where the tree forks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07 tapping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Collect steiner and edge endpoints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points with degree at least three, those are tapping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07 tapping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Branch taps</a:t>
            </a:r>
          </a:p>
        </p:txBody>
      </p:sp>
      <p:pic>
        <p:nvPicPr>
          <p:cNvPr id="3" name="Picture 2" descr="01-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Branch taps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07 tapping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On MMM</a:t>
            </a:r>
          </a:p>
        </p:txBody>
      </p:sp>
      <p:pic>
        <p:nvPicPr>
          <p:cNvPr id="3" name="Picture 2" descr="02-m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On MMM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07 tapping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On H-tree</a:t>
            </a:r>
          </a:p>
        </p:txBody>
      </p:sp>
      <p:pic>
        <p:nvPicPr>
          <p:cNvPr id="3" name="Picture 2" descr="03-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On H-tree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07 tapping 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care</a:t>
            </a:r>
          </a:p>
        </p:txBody>
      </p:sp>
      <p:pic>
        <p:nvPicPr>
          <p:cNvPr id="3" name="Picture 2" descr="04-w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Why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07 tapping points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API</a:t>
            </a:r>
          </a:p>
        </p:txBody>
      </p:sp>
      <p:pic>
        <p:nvPicPr>
          <p:cNvPr id="3" name="Picture 2" descr="05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07 tapping points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07 tapping 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`tapping_points(tree)` after `mmm_tree`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length ≥ 1 on tiny_cts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07 tapping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leaf sinks as taps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degree on undirected edges inconsistently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Dropping steiners before the degree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07 tapping points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insert buffers on long wires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07 tapping 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