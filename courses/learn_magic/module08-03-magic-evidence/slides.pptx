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real Magic engine against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real_magic_engine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recipe has six Tcl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six rects and one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DRC error count remains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GDS layer count remains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real_magic_engine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**magic-evidence**. Build the Magic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REAL_MAGIC_OK.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scripts. Confusing Part A map JSON with checked-in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Magic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algorithms and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real Magic engine against 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real_magic_engine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Full recipe</a:t>
            </a:r>
          </a:p>
        </p:txBody>
      </p:sp>
      <p:pic>
        <p:nvPicPr>
          <p:cNvPr id="3" name="Picture 2" descr="01-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Full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Paint golden</a:t>
            </a:r>
          </a:p>
        </p:txBody>
      </p:sp>
      <p:pic>
        <p:nvPicPr>
          <p:cNvPr id="3" name="Picture 2" descr="02-p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Paint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DRC golden</a:t>
            </a:r>
          </a:p>
        </p:txBody>
      </p:sp>
      <p:pic>
        <p:nvPicPr>
          <p:cNvPr id="3" name="Picture 2" descr="03-d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DRC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GDS golden</a:t>
            </a:r>
          </a:p>
        </p:txBody>
      </p:sp>
      <p:pic>
        <p:nvPicPr>
          <p:cNvPr id="3" name="Picture 2" descr="04-g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GDS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magic-evidence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Magic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REAL_MAGIC_OK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scripts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checked-in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Magic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real_magic_engine ok=True.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algorithms and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