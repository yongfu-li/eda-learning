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finished the Magic map, real CLI evidence, algorithms bound to DRC/GDS goldens, and C tree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match DRC=1 on thin metal1, GDS layers=6, contact=1, and open Tile/Plane/CellDef with intent to contribute.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tools on the OpenLane path: Netgen, KLayout, then OpenROAD and OpenLane.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Parts A–D complete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finished the Magic map, real CLI evidence, algorithms bound to DRC/GDS goldens, and C tree literacy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can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can match DRC=1 on thin metal1, GDS layers=6, contact=1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 tools on the OpenLane path: Netgen, KLayout, then OpenROAD and OpenLane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