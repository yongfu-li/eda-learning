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six teaching layers in scmos.tech.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Layers ndiff,pdiff,poly,metal1,nwell,contact; count=6.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scmos.tech defines layer planes and DRC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ndiff is active diffusion (n-type).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poly is the gate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metal1 routes signals; min_width=2 in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six teaching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**magic-tech-vocab**. Build the Magic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REAL_MAGIC_OK.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scripts. Confusing Part A map JSON with checked-in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Magic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algorithms and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Magic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Name the six teaching layers in scmos.tech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Layers ndiff,pdiff,poly,metal1,nwell,contact; count=6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Tech file</a:t>
            </a:r>
          </a:p>
        </p:txBody>
      </p:sp>
      <p:pic>
        <p:nvPicPr>
          <p:cNvPr id="3" name="Picture 2" descr="01-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Tech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ndiff</a:t>
            </a:r>
          </a:p>
        </p:txBody>
      </p:sp>
      <p:pic>
        <p:nvPicPr>
          <p:cNvPr id="3" name="Picture 2" descr="02-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poly</a:t>
            </a:r>
          </a:p>
        </p:txBody>
      </p:sp>
      <p:pic>
        <p:nvPicPr>
          <p:cNvPr id="3" name="Picture 2" descr="03-po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poly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metal1</a:t>
            </a:r>
          </a:p>
        </p:txBody>
      </p:sp>
      <p:pic>
        <p:nvPicPr>
          <p:cNvPr id="3" name="Picture 2" descr="04-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metal1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magic-tech-vocab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Magic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REAL_MAGIC_OK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scripts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checked-in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Magic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Layers ndiff,pdiff,poly,metal1,nwell,contact; count=6.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algorithms and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tech vocab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