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Tile / Plane / CellDef to the Magic C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Name the three pillars and how Plane holds DRC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Tile holds painted rectangles and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Plane holds layer definitions and DRC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CellDef holds ports and hierarchy metadata.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Tiles live on Planes; CellDef wraps the cell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Tile, Plane, CellDef — three pillars.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**tile-plane-model**. Click through stages and check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tile_plane_model() in internals_solvers; assert golden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Treating browser JSON as the C API. Confusing Tile with OpenSTA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internals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checklist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the Magic path — map, CLI evidence, algorithms, and C tree literacy.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Magic internals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Map Tile / Plane / CellDef to the Magic C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tile plane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Name the three pillars and how Plane holds DRC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tile plane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Tile</a:t>
            </a:r>
          </a:p>
        </p:txBody>
      </p:sp>
      <p:pic>
        <p:nvPicPr>
          <p:cNvPr id="3" name="Picture 2" descr="01-t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tile plane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Plane</a:t>
            </a:r>
          </a:p>
        </p:txBody>
      </p:sp>
      <p:pic>
        <p:nvPicPr>
          <p:cNvPr id="3" name="Picture 2" descr="02-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tile plane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CellDef</a:t>
            </a:r>
          </a:p>
        </p:txBody>
      </p:sp>
      <p:pic>
        <p:nvPicPr>
          <p:cNvPr id="3" name="Picture 2" descr="03-cell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CellDef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tile plane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Nesting</a:t>
            </a:r>
          </a:p>
        </p:txBody>
      </p:sp>
      <p:pic>
        <p:nvPicPr>
          <p:cNvPr id="3" name="Picture 2" descr="04-n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tile plane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tile plane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tile-plane-model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Click through stages and check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tile plane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tile_plane_model() in internals_solvers; assert golden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tile plane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Treating browser JSON as the C API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Tile with OpenSTA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tile plane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internals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tile plane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courses/learn_magic/common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internals_solvers.py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tile plane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checklist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tile plane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Name the three pillars and how Plane holds DRC rules.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tile plane 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Wrap the Magic path , map, CLI evidence, algorithms, and C tree literacy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tile plane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