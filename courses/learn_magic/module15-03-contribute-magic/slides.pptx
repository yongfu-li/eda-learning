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Know where a new Tcl command lives and the minimal stub to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commands/cmd_drc.c + Tcl register + Makefile + magic -help drc.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tiles/planes/cells hold layout; commands/ holds Tcl.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Minimal .c: Tcl command drc registration.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object to Makefile and rebuild Magic.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magic -help drc proves the command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path + tcl + makefile + rebuild + help.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**contribute-magic**. Click through stages and check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contribute_magic() in internals_solvers; assert golden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Treating browser JSON as the C API. Confusing Tile with OpenSTA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internals self-test.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checklist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the Magic path — map, CLI evidence, algorithms, and C tree literacy.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Magic internals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Know where a new Tcl command lives and the minimal stub to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contribute magic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commands/cmd_drc.c + Tcl register + Makefile + magic -help drc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contribute magic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Tree layout</a:t>
            </a:r>
          </a:p>
        </p:txBody>
      </p:sp>
      <p:pic>
        <p:nvPicPr>
          <p:cNvPr id="3" name="Picture 2" descr="01-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Tree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contribute magic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Stub file</a:t>
            </a:r>
          </a:p>
        </p:txBody>
      </p:sp>
      <p:pic>
        <p:nvPicPr>
          <p:cNvPr id="3" name="Picture 2" descr="02-st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Stub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contribute magic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Makefile hook</a:t>
            </a:r>
          </a:p>
        </p:txBody>
      </p:sp>
      <p:pic>
        <p:nvPicPr>
          <p:cNvPr id="3" name="Picture 2" descr="03-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Makefile hook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contribute magic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Smoke</a:t>
            </a:r>
          </a:p>
        </p:txBody>
      </p:sp>
      <p:pic>
        <p:nvPicPr>
          <p:cNvPr id="3" name="Picture 2" descr="04-smo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Smoke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contribute magic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contribute magic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contribute-magic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Click through stages and check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contribute magic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contribute_magic() in internals_solvers; assert golden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contribute magic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Treating browser JSON as the C API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Confusing Tile with OpenSTA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contribute magic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internals self-test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contribute magic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courses/learn_magic/common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internals_solvers.py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contribute magic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checklist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contribute magic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commands/cmd_drc.c + Tcl register + Makefile + magic -help drc.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contribute magic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Wrap the Magic path , map, CLI evidence, algorithms, and C tree literacy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contribute magic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