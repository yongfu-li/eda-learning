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Flood-fill metal1 nets; contact bridges poly and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metal1_net_shapes=2; contact_count=1.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metal1 rectangles: m1y and thin (touching).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Flood-fill connects m1y and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bridges poly gate g and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poly layer participates via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metal1_net_shapes=2 contact=1.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**paint-connectivity**. Run connectivity / DRC / extract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tiny_algo_magic without updating Part B goldens.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Flood-fill metal1 nets; contact bridges poly and metal1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metal1_net_shapes=2; contact_count=1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metal1 shapes</a:t>
            </a:r>
          </a:p>
        </p:txBody>
      </p:sp>
      <p:pic>
        <p:nvPicPr>
          <p:cNvPr id="3" name="Picture 2" descr="01-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metal1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One metal1 net</a:t>
            </a:r>
          </a:p>
        </p:txBody>
      </p:sp>
      <p:pic>
        <p:nvPicPr>
          <p:cNvPr id="3" name="Picture 2" descr="02-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One metal1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Contact ca</a:t>
            </a:r>
          </a:p>
        </p:txBody>
      </p:sp>
      <p:pic>
        <p:nvPicPr>
          <p:cNvPr id="3" name="Picture 2" descr="03-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Contact 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poly link</a:t>
            </a:r>
          </a:p>
        </p:txBody>
      </p:sp>
      <p:pic>
        <p:nvPicPr>
          <p:cNvPr id="3" name="Picture 2" descr="04-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poly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paint-connectivity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connectivity / DRC / extract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tiny_algo_magic without updating Part B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metal1_net_shapes=2; contact_count=1.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connectivity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