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full Part C engine and bind to real Magic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engine ok; bind drc 1↔1, gds 6↔6.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Paint connectivity matches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Region scan matches drc_error_count=1.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 node count 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DRC/GDS/contact ↔ Part B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magic_algo_engine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**magic-algo-engine**. Run connectivity / DRC / extract / bind,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algo_solvers.py and partc_bind.py.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tiny_algo_magic without updating Part B goldens. Ignoring the bind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Part C self-tests.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C, then internals literacy.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algorithms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Run the full Part C engine and bind to real Magic 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algo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engine ok; bind drc 1↔1, gds 6↔6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algo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Connectivity ok</a:t>
            </a:r>
          </a:p>
        </p:txBody>
      </p:sp>
      <p:pic>
        <p:nvPicPr>
          <p:cNvPr id="3" name="Picture 2" descr="01-co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Connectivity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algo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DRC ok</a:t>
            </a:r>
          </a:p>
        </p:txBody>
      </p:sp>
      <p:pic>
        <p:nvPicPr>
          <p:cNvPr id="3" name="Picture 2" descr="02-d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DRC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algo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Extract ok</a:t>
            </a:r>
          </a:p>
        </p:txBody>
      </p:sp>
      <p:pic>
        <p:nvPicPr>
          <p:cNvPr id="3" name="Picture 2" descr="03-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Extract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algo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Bind real</a:t>
            </a:r>
          </a:p>
        </p:txBody>
      </p:sp>
      <p:pic>
        <p:nvPicPr>
          <p:cNvPr id="3" name="Picture 2" descr="04-b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Bind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algo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Engine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algo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magic-algo-engine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connectivity / DRC / extract / bind,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algo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algo_solvers.py and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algo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tiny_algo_magic without updating Part B goldens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the bind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algo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Part C self-tests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algo engine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algo engine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algo engine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engine ok; bind drc 1↔1, gds 6↔6.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 and bind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algo engine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C, then internals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algo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