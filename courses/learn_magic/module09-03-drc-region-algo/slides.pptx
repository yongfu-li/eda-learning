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Region scan for width violations on painted rects.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drc_error_count=1 on thin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each painted rect; check min_width.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thin has width=1 &lt; metal1 limit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Other rects meet width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golden drc_error_count=1.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error on thin metal1.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**drc-region-algo**. Run connectivity / DRC / extract / bind,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algo_solvers.py and partc_bind.py.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Changing tiny_algo_magic without updating Part B goldens. Ignoring the bind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Part C self-tests.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Part C, then internals literacy.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algorithms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Region scan for width violations on painted rects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drc_error_count=1 on thin metal1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Region scan</a:t>
            </a:r>
          </a:p>
        </p:txBody>
      </p:sp>
      <p:pic>
        <p:nvPicPr>
          <p:cNvPr id="3" name="Picture 2" descr="01-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Region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thin violation</a:t>
            </a:r>
          </a:p>
        </p:txBody>
      </p:sp>
      <p:pic>
        <p:nvPicPr>
          <p:cNvPr id="3" name="Picture 2" descr="02-th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thin violation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Other shapes</a:t>
            </a:r>
          </a:p>
        </p:txBody>
      </p:sp>
      <p:pic>
        <p:nvPicPr>
          <p:cNvPr id="3" name="Picture 2" descr="03-o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Other shapes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One error</a:t>
            </a:r>
          </a:p>
        </p:txBody>
      </p:sp>
      <p:pic>
        <p:nvPicPr>
          <p:cNvPr id="3" name="Picture 2" descr="04-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One error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drc-region-algo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connectivity / DRC / extract / bind,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algo_solvers.py and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Changing tiny_algo_magic without updating Part B goldens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the bind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Part C self-tests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partc_bind.py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drc_error_count=1 on thin metal1.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 and bind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Part C, then internals literacy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03 drc region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