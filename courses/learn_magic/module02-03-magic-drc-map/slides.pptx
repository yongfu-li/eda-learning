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DRC width check; find violation on thin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drc_error_count=1 on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drc check scans width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metal1 min_width=2 on this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 metal1 has width 1 &lt;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one width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drc_error_count=1 on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**magic-drc-map**.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DRC width check; find violation on thin metal1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drc_error_count=1 on thin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drc check</a:t>
            </a:r>
          </a:p>
        </p:txBody>
      </p:sp>
      <p:pic>
        <p:nvPicPr>
          <p:cNvPr id="3" name="Picture 2" descr="01-d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min_width</a:t>
            </a:r>
          </a:p>
        </p:txBody>
      </p:sp>
      <p:pic>
        <p:nvPicPr>
          <p:cNvPr id="3" name="Picture 2" descr="02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min_width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Violation</a:t>
            </a:r>
          </a:p>
        </p:txBody>
      </p:sp>
      <p:pic>
        <p:nvPicPr>
          <p:cNvPr id="3" name="Picture 2" descr="03-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Error count</a:t>
            </a:r>
          </a:p>
        </p:txBody>
      </p:sp>
      <p:pic>
        <p:nvPicPr>
          <p:cNvPr id="3" name="Picture 2" descr="04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Error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magic-drc-map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drc_error_count=1 on thin.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drc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