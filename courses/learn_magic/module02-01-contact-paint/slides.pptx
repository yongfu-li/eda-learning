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Paint a contact cut between poly and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contact_count=1 (ca).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contact between poly and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bridges poly (g) and metal1 (m1y).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contact command paints the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+ gate + m1y highlighted.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contact_count=1.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**contact-paint**.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MAGIC_PARTA_OK.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KLayout viewer shortcuts with Magic paint commands. Forgetting min_width when reading DRC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Magic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Magic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Contact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Paint a contact cut between poly and metal1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contact_count=1 (ca)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Contact ca</a:t>
            </a:r>
          </a:p>
        </p:txBody>
      </p:sp>
      <p:pic>
        <p:nvPicPr>
          <p:cNvPr id="3" name="Picture 2" descr="01-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Contact 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Between layers</a:t>
            </a:r>
          </a:p>
        </p:txBody>
      </p:sp>
      <p:pic>
        <p:nvPicPr>
          <p:cNvPr id="3" name="Picture 2" descr="02-betw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Between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Contact paint</a:t>
            </a:r>
          </a:p>
        </p:txBody>
      </p:sp>
      <p:pic>
        <p:nvPicPr>
          <p:cNvPr id="3" name="Picture 2" descr="03-p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Contact paint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Highlight</a:t>
            </a:r>
          </a:p>
        </p:txBody>
      </p:sp>
      <p:pic>
        <p:nvPicPr>
          <p:cNvPr id="3" name="Picture 2" descr="04-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contact-paint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MAGIC_PARTA_OK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KLayout viewer shortcuts with Magic paint commands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min_width when reading DRC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Magic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contact_count=1 (ca).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Magic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contact paint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