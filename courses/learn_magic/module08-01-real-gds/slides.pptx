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gds write and read layer map from log.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gds_layer_count=6; metal1→49.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gds write streams layout to GDSII.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GDS map covers six layer types.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metal1 maps to GDS layer 49.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Contact cuts map to layer 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gds_layer_count=6.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**real-gds**. Build the Magic recipe or open evidence stages, then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common/, run real_solvers.py and confirm REAL_MAGIC_OK.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Editing goldens by hand without re-running scripts. Confusing Part A map JSON with checked-in logs.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the common folder, run the real Magic self-test.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check in plain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Continue the Part B evidence track, then algorithms and internals.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real Magic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Gds write and read layer map from 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real gds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gds_layer_count=6; metal1→49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real gds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gds write</a:t>
            </a:r>
          </a:p>
        </p:txBody>
      </p:sp>
      <p:pic>
        <p:nvPicPr>
          <p:cNvPr id="3" name="Picture 2" descr="01-cm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gds write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real gds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Six layers</a:t>
            </a:r>
          </a:p>
        </p:txBody>
      </p:sp>
      <p:pic>
        <p:nvPicPr>
          <p:cNvPr id="3" name="Picture 2" descr="02-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Six layers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real gds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metal1→49</a:t>
            </a:r>
          </a:p>
        </p:txBody>
      </p:sp>
      <p:pic>
        <p:nvPicPr>
          <p:cNvPr id="3" name="Picture 2" descr="03-m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metal1→49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real gds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contact→25</a:t>
            </a:r>
          </a:p>
        </p:txBody>
      </p:sp>
      <p:pic>
        <p:nvPicPr>
          <p:cNvPr id="3" name="Picture 2" descr="04-cont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contact→25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real gds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real gds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Open </a:t>
            </a:r>
            <a:r>
              <a:rPr sz="2000" b="1">
                <a:solidFill>
                  <a:srgbClr val="333333"/>
                </a:solidFill>
                <a:latin typeface="Calibri"/>
              </a:rPr>
              <a:t>real-gds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Build the Magic recipe or open evidence stages, then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real gds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From common/, run real_solvers.py and confirm REAL_MAGIC_OK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real gds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Editing goldens by hand without re-running scripts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Confusing Part A map JSON with checked-in logs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real gds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From the common folder, run the real Magic self-test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real gds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cd courses/learn_magic/common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python3 real_solvers.py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real gds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Here is the check in plain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real gds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gds_layer_count=6; metal1→49.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ok if goldens match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real gds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Continue the Part B evidence track, then algorithms and internals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learn_magic — 01 real gds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