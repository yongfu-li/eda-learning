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tiny_inv, verify paint counts, save .mag.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rect_count=6; contact_count=1; cell=tiny_inv.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cell tiny_inv from layouts/.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Paint verify counts six rectangles.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 ca bridges poly and metal1.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save writes the .mag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rect_count=6 contact_count=1.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**real-paint-save**. Build the Magic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REAL_MAGIC_OK.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scripts. Confusing Part A map JSON with checked-in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Magic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algorithms and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Magic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Load tiny_inv, verify paint counts, save .mag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rect_count=6; contact_count=1; cell=tiny_inv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tiny_inv</a:t>
            </a:r>
          </a:p>
        </p:txBody>
      </p:sp>
      <p:pic>
        <p:nvPicPr>
          <p:cNvPr id="3" name="Picture 2" descr="01-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tiny_inv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Six rects</a:t>
            </a:r>
          </a:p>
        </p:txBody>
      </p:sp>
      <p:pic>
        <p:nvPicPr>
          <p:cNvPr id="3" name="Picture 2" descr="02-r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Six rects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One contact</a:t>
            </a:r>
          </a:p>
        </p:txBody>
      </p:sp>
      <p:pic>
        <p:nvPicPr>
          <p:cNvPr id="3" name="Picture 2" descr="03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One 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save</a:t>
            </a:r>
          </a:p>
        </p:txBody>
      </p:sp>
      <p:pic>
        <p:nvPicPr>
          <p:cNvPr id="3" name="Picture 2" descr="04-s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real-paint-save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Magic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REAL_MAGIC_OK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scripts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checked-in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Magic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rect_count=6; contact_count=1; cell=tiny_inv.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algorithms and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paint save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