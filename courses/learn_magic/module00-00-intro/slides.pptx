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OpenLane and OpenROAD lean on Magic for layout, DRC, and GDS. This course teaches the tool the same way learn_yosys teaches Yosys: map, then real CLI, then algorithms, then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A is the interactive layout map. Part B drives real Magic with Tcl. Part C binds algorithms to DRC/GDS goldens. Part D orients you to the Tile/Plane C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should already know layout basics from learn_digital — layers, contacts, DRC width rules. Here those ideas become Magic commands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paint layers lab, then select box, then the real CLI modules when evidence is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Magic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OpenLane and OpenROAD lean on Magic for layout, DRC, and GDS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 A is the interactive layout 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 B drives real Magic with Tcl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 C binds algorithms to DRC/GDS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 D orients you to the Tile/Plane C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Prereq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should already know layout basics from learn_digital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those ideas become Magic commands and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 with the paint layers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