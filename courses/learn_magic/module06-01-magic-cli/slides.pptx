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Invoke magic -dnull -noconsole script.tcl; recipe starts tech_load→load_cell.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First two cmds: tech_load, load_cell.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runs Tcl with magic -dnull -noconsole script.tcl.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load the technology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load the tiny_inv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rect and contact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recipe prefix tech_load→load_cell.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**magic-cli**. Build the Magic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REAL_MAGIC_OK.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scripts. Confusing Part A map JSON with checked-in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Magic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algorithms and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Invoke magic -dnull -noconsole script.tcl; recipe starts tech_load→load_cell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First two cmds: tech_load, load_cell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magic -dnull</a:t>
            </a:r>
          </a:p>
        </p:txBody>
      </p:sp>
      <p:pic>
        <p:nvPicPr>
          <p:cNvPr id="3" name="Picture 2" descr="01-inv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magic -dnull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tech load</a:t>
            </a:r>
          </a:p>
        </p:txBody>
      </p:sp>
      <p:pic>
        <p:nvPicPr>
          <p:cNvPr id="3" name="Picture 2" descr="02-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tech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load cell</a:t>
            </a:r>
          </a:p>
        </p:txBody>
      </p:sp>
      <p:pic>
        <p:nvPicPr>
          <p:cNvPr id="3" name="Picture 2" descr="03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load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paint verify</a:t>
            </a:r>
          </a:p>
        </p:txBody>
      </p:sp>
      <p:pic>
        <p:nvPicPr>
          <p:cNvPr id="3" name="Picture 2" descr="04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paint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magic-cli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Magic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REAL_MAGIC_OK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scripts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checked-in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Magic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First two cmds: tech_load, load_cell.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algorithms and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magic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