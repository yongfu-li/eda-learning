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DRC scan → marker shape bound to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load_rules → scan_region → emit_marker (drc=1); cifwrite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tech min_width for metal1 from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tiles on the active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thin rect (width=1 &lt; limit=2).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→ write_cif → verify_layers (6 GDS layers).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DRC→Part B drc=1; GDS layers=6.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**read-drc-cifwrite**. Click through stages and check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read_drc_cifwrite() in internals_solvers; assert golden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browser JSON as the C API. Confusing Tile with OpenSTA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Magic path — map, CLI evidence, algorithms, and C tree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Magic internals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 the DRC scan → marker shape bound to Part B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load_rules → scan_region → emit_marker (drc=1); cifwrite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load_rules</a:t>
            </a:r>
          </a:p>
        </p:txBody>
      </p:sp>
      <p:pic>
        <p:nvPicPr>
          <p:cNvPr id="3" name="Picture 2" descr="01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load_rules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scan_region</a:t>
            </a:r>
          </a:p>
        </p:txBody>
      </p:sp>
      <p:pic>
        <p:nvPicPr>
          <p:cNvPr id="3" name="Picture 2" descr="02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scan_region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emit_marker</a:t>
            </a:r>
          </a:p>
        </p:txBody>
      </p:sp>
      <p:pic>
        <p:nvPicPr>
          <p:cNvPr id="3" name="Picture 2" descr="03-e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emit_marker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cifwrite</a:t>
            </a:r>
          </a:p>
        </p:txBody>
      </p:sp>
      <p:pic>
        <p:nvPicPr>
          <p:cNvPr id="3" name="Picture 2" descr="04-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cifwrite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read-drc-cifwrite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through stages and check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read_drc_cifwrite() in internals_solvers; assert golden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browser JSON as the C API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Tile with OpenSTA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load_rules → scan_region → emit_marker (drc=1); cifwrite stages.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Magic path , map, CLI evidence, algorithms, and C tree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read drc cifwrite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