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Extract device/active nodes from poly/ndiff/pdiff.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extract_nodes=3.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Extract poly shape g as gate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Extract nd as source/drain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Extract pd as source/drain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extract_nodes=3.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extract_nodes=3.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**extract-algo**. Run connectivity / DRC / extract / bind, then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algo_solvers.py and partc_bind.py.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Changing tiny_algo_magic without updating Part B goldens. Ignoring the bind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Part C self-tests.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Part C, then internals literacy.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algorithms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Extract device/active nodes from poly/ndiff/pdiff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extract algo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extract_nodes=3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extract algo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Gate poly</a:t>
            </a:r>
          </a:p>
        </p:txBody>
      </p:sp>
      <p:pic>
        <p:nvPicPr>
          <p:cNvPr id="3" name="Picture 2" descr="01-po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Gate poly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extract algo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ndiff</a:t>
            </a:r>
          </a:p>
        </p:txBody>
      </p:sp>
      <p:pic>
        <p:nvPicPr>
          <p:cNvPr id="3" name="Picture 2" descr="02-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ndiff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extract algo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pdiff</a:t>
            </a:r>
          </a:p>
        </p:txBody>
      </p:sp>
      <p:pic>
        <p:nvPicPr>
          <p:cNvPr id="3" name="Picture 2" descr="03-p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pdiff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extract algo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Three nodes</a:t>
            </a:r>
          </a:p>
        </p:txBody>
      </p:sp>
      <p:pic>
        <p:nvPicPr>
          <p:cNvPr id="3" name="Picture 2" descr="04-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Three nodes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extract algo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extract algo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extract-algo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connectivity / DRC / extract / bind, then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extract algo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algo_solvers.py and partc_bind.py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extract algo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Changing tiny_algo_magic without updating Part B goldens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the bind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extract algo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Part C self-tests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extract algo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courses/learn_magic/common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algo_solvers.py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partc_bind.py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extract algo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extract algo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extract_nodes=3.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 and bind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extract algo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Part C, then internals literacy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extract algo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