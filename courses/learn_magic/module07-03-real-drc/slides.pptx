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drc check; find width violation on thin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drc_error_count=1; thin on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 check scans planes against tech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 thin has width=1 &lt; min_width=2.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Violation is on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log reports DRC_ERRORS=1.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drc_error_count=1 on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**real-drc**.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drc check; find width violation on thin metal1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drc_error_count=1; thin on metal1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drc check</a:t>
            </a:r>
          </a:p>
        </p:txBody>
      </p:sp>
      <p:pic>
        <p:nvPicPr>
          <p:cNvPr id="3" name="Picture 2" descr="01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thin metal1</a:t>
            </a:r>
          </a:p>
        </p:txBody>
      </p:sp>
      <p:pic>
        <p:nvPicPr>
          <p:cNvPr id="3" name="Picture 2" descr="02-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thin metal1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</a:t>
            </a:r>
          </a:p>
        </p:txBody>
      </p:sp>
      <p:pic>
        <p:nvPicPr>
          <p:cNvPr id="3" name="Picture 2" descr="03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error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real-drc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drc_error_count=1; thin on metal1.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real drc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