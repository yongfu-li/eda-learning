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Magic layers to GDS layer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gds_layer_count=6; metal1→49.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gds write maps layer names to GDS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metal1 streams as GDS layer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layer/contact mappings in gds_map.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uses a fixed map — real Magic writes .gds.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gds_layer_count=6.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**gds-write-map**.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GDS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 Magic layers to GDS layer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gds_layer_count=6; metal1→49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GDS map</a:t>
            </a:r>
          </a:p>
        </p:txBody>
      </p:sp>
      <p:pic>
        <p:nvPicPr>
          <p:cNvPr id="3" name="Picture 2" descr="01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GDS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metal1→49</a:t>
            </a:r>
          </a:p>
        </p:txBody>
      </p:sp>
      <p:pic>
        <p:nvPicPr>
          <p:cNvPr id="3" name="Picture 2" descr="02-met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metal1→49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entries</a:t>
            </a:r>
          </a:p>
        </p:txBody>
      </p:sp>
      <p:pic>
        <p:nvPicPr>
          <p:cNvPr id="3" name="Picture 2" descr="03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Streamout</a:t>
            </a:r>
          </a:p>
        </p:txBody>
      </p:sp>
      <p:pic>
        <p:nvPicPr>
          <p:cNvPr id="3" name="Picture 2" descr="04-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Streamout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gds-write-map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gds_layer_count=6; metal1→49.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gds write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