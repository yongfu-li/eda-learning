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the full Part A engine; ok when every golden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magic_engine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Paint layers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box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DRC stage passes.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magic_engine ok=True.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**magic-engine**. Run the stage buttons and Check the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solvers.py and confirm MAGIC_PARTA_OK.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Mixing KLayout viewer shortcuts with Magic paint commands. Forgetting min_width when reading DRC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Magic map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Magic Part A map, then the real CLI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Run the full Part A engine; ok when every golden matches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magic_engine ok=True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Paint ok</a:t>
            </a:r>
          </a:p>
        </p:txBody>
      </p:sp>
      <p:pic>
        <p:nvPicPr>
          <p:cNvPr id="3" name="Picture 2" descr="01-pa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Paint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Select ok</a:t>
            </a:r>
          </a:p>
        </p:txBody>
      </p:sp>
      <p:pic>
        <p:nvPicPr>
          <p:cNvPr id="3" name="Picture 2" descr="02-sel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Select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Contact ok</a:t>
            </a:r>
          </a:p>
        </p:txBody>
      </p:sp>
      <p:pic>
        <p:nvPicPr>
          <p:cNvPr id="3" name="Picture 2" descr="03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Contact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DRC ok</a:t>
            </a:r>
          </a:p>
        </p:txBody>
      </p:sp>
      <p:pic>
        <p:nvPicPr>
          <p:cNvPr id="3" name="Picture 2" descr="04-d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DRC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Engine 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Engine 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magic-engine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the stage buttons and Check the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solvers.py and confirm MAGIC_PARTA_OK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Mixing KLayout viewer shortcuts with Magic paint commands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min_width when reading DRC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Magic map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magic_engine ok=True.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Magic Part A map, then the real CLI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magic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