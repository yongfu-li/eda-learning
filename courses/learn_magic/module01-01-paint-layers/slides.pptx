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rectangles on named Magic layers (paint).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6 rects; metal1 paint=2.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tiny_inv has six painted rectangles.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Layers: ndiff, pdiff, poly, metal1, nwell, pwell.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metal1 rectangles: m1y and thin.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Magic paint places rects on the active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rect_count=6; paint_metal1=2.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**paint-layers**.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MAGIC_PARTA_OK.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KLayout viewer shortcuts with Magic paint commands. Forgetting min_width when reading DRC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Magic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Magic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Paint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Place rectangles on named Magic layers (paint)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6 rects; metal1 paint=2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Six rectangles</a:t>
            </a:r>
          </a:p>
        </p:txBody>
      </p:sp>
      <p:pic>
        <p:nvPicPr>
          <p:cNvPr id="3" name="Picture 2" descr="01-r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Six rectangles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Layer names</a:t>
            </a:r>
          </a:p>
        </p:txBody>
      </p:sp>
      <p:pic>
        <p:nvPicPr>
          <p:cNvPr id="3" name="Picture 2" descr="02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Layer names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metal1 paint</a:t>
            </a:r>
          </a:p>
        </p:txBody>
      </p:sp>
      <p:pic>
        <p:nvPicPr>
          <p:cNvPr id="3" name="Picture 2" descr="03-meta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metal1 paint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Paint command</a:t>
            </a:r>
          </a:p>
        </p:txBody>
      </p:sp>
      <p:pic>
        <p:nvPicPr>
          <p:cNvPr id="3" name="Picture 2" descr="04-p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Paint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paint-layers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MAGIC_PARTA_OK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KLayout viewer shortcuts with Magic paint commands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min_width when reading DRC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Magic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6 rects; metal1 paint=2.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Magic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paint layers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