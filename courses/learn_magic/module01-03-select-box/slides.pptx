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+ select picks geometry for edit / DRC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select thin metal1; width=1.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box + select picks one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thin metal1 rect has width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Selected geometry drives edit and DRC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min(width,height) of thin is 1 lambda.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selected=thin.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**select-box**.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MAGIC_PARTA_OK.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KLayout viewer shortcuts with Magic paint commands. Forgetting min_width when reading DRC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Magic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Magic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Select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Box + select picks geometry for edit / DRC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select thin metal1; width=1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Box select</a:t>
            </a:r>
          </a:p>
        </p:txBody>
      </p:sp>
      <p:pic>
        <p:nvPicPr>
          <p:cNvPr id="3" name="Picture 2" descr="01-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Box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thin shape</a:t>
            </a:r>
          </a:p>
        </p:txBody>
      </p:sp>
      <p:pic>
        <p:nvPicPr>
          <p:cNvPr id="3" name="Picture 2" descr="02-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thin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Edit focus</a:t>
            </a:r>
          </a:p>
        </p:txBody>
      </p:sp>
      <p:pic>
        <p:nvPicPr>
          <p:cNvPr id="3" name="Picture 2" descr="03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Edit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Width check</a:t>
            </a:r>
          </a:p>
        </p:txBody>
      </p:sp>
      <p:pic>
        <p:nvPicPr>
          <p:cNvPr id="3" name="Picture 2" descr="04-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Width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select-box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MAGIC_PARTA_OK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KLayout viewer shortcuts with Magic paint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min_width when reading DRC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Magic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select thin metal1; width=1.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Magic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select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