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cover assigns a library cell to each subject node (or cut).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Greedy: AND→AND2, AND(~,~)→NOR2, plus INV per complemented edge; sum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Techmap area paints orange cells on 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area includes AND cells plus INVs.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Both-comp nodes prefer NOR2.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Complement bubbles add INV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 stats travel with the mapping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**techmap-cover**. Click Techmap area; read total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techmap_area; assert area ≥ mapAreaMin.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INV cost. Mapping PIs to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area vs delay tradeoff.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Techmap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cover assigns a library cell to each subject node (or cut)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techmap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Greedy: AND→AND2, AND(~,~)→NOR2, plus INV per complemented edge; sum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techmap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Run</a:t>
            </a:r>
          </a:p>
        </p:txBody>
      </p:sp>
      <p:pic>
        <p:nvPicPr>
          <p:cNvPr id="3" name="Picture 2" descr="01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techmap cover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Area</a:t>
            </a:r>
          </a:p>
        </p:txBody>
      </p:sp>
      <p:pic>
        <p:nvPicPr>
          <p:cNvPr id="3" name="Picture 2" descr="02-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techmap cover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NOR</a:t>
            </a:r>
          </a:p>
        </p:txBody>
      </p:sp>
      <p:pic>
        <p:nvPicPr>
          <p:cNvPr id="3" name="Picture 2" descr="03-n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techmap cover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Inv</a:t>
            </a:r>
          </a:p>
        </p:txBody>
      </p:sp>
      <p:pic>
        <p:nvPicPr>
          <p:cNvPr id="3" name="Picture 2" descr="04-i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techmap cover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Cuts</a:t>
            </a:r>
          </a:p>
        </p:txBody>
      </p:sp>
      <p:pic>
        <p:nvPicPr>
          <p:cNvPr id="3" name="Picture 2" descr="05-c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techmap cover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techmap cover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techmap_area; assert area ≥ mapAreaMin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techmap cover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INV cost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Mapping PIs to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techmap cover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area vs delay tradeoff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techmap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