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A prints sequential_synth metrics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JSON; print area_mode vs delay_mode and cut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area vs delay reports offline on tiny_synth.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Hook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Track A prints sequential_synth metrics without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JSON; print area_mode vs delay_mode and cut totals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Compare area vs delay reports offline on tiny_synth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offline benchmark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offline benchmark compare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to the next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