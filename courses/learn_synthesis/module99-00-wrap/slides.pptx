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built a tiny ABC-style loop on one AIG.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learn_sta (already ready) or learn_retiming / learn_equivalence.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AIG, strash, rewrite, cuts, techmap; continue to STA or retiming.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Hook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built a tiny ABC-style loop on one AIG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learn_sta (already ready) or learn_retiming / learn_equivalence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Recap AIG, strash, rewrite, cuts, techmap; continue to STA or retiming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the next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