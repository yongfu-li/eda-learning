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Techmapping chooses library cells that cover AIG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cells: area and delay costs; INV for complemented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Library size is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AND2 area=2 delay=2.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NOR2 covers AND(~,~).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 area=1 for edge bubbles.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AOI21 is available for richer covers (toy).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**library-cells**. Confirm six cells; run techmap and see cell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data['library']; assert len==6.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Ignoring area when comparing. Mapping without INV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area-oriented techmap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Library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Techmapping chooses library cells that cover AIG cuts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Six cells: area and delay costs; INV for complemented 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Six cells</a:t>
            </a:r>
          </a:p>
        </p:txBody>
      </p:sp>
      <p:pic>
        <p:nvPicPr>
          <p:cNvPr id="3" name="Picture 2" descr="01-s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Six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AND2</a:t>
            </a:r>
          </a:p>
        </p:txBody>
      </p:sp>
      <p:pic>
        <p:nvPicPr>
          <p:cNvPr id="3" name="Picture 2" descr="02-a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AND2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NOR2</a:t>
            </a:r>
          </a:p>
        </p:txBody>
      </p:sp>
      <p:pic>
        <p:nvPicPr>
          <p:cNvPr id="3" name="Picture 2" descr="03-no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INV</a:t>
            </a:r>
          </a:p>
        </p:txBody>
      </p:sp>
      <p:pic>
        <p:nvPicPr>
          <p:cNvPr id="3" name="Picture 2" descr="04-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AOI21</a:t>
            </a:r>
          </a:p>
        </p:txBody>
      </p:sp>
      <p:pic>
        <p:nvPicPr>
          <p:cNvPr id="3" name="Picture 2" descr="05-ao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AOI21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data['library']; assert len==6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area when comparing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Mapping without INV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area-oriented techmap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07 library cells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