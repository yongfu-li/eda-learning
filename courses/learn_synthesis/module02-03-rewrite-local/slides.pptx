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Rewriting reshapes the AIG before mapping without changing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nodes with complemented edges or AND children; flag AND(~x,~y) as NOR-friendly.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Several AND nodes qualify as rewrite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AND(~, ~) is a NOR mapping hint.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Inverter-push report lists those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f stays the same under rewrite bookkeeping.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Techmap will use NOR2 when both comps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**rewrite-local**. Read rewrite opportunity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local_rewrite_count and apply_inverter_push.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Mutating function accidentally. Counting PIs as rewrite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k-feasible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Rewrite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Rewriting reshapes the AIG before mapping without changing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 nodes with complemented edges or AND children; flag AND(~x,~y) as NOR-friendly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Opportunities</a:t>
            </a:r>
          </a:p>
        </p:txBody>
      </p:sp>
      <p:pic>
        <p:nvPicPr>
          <p:cNvPr id="3" name="Picture 2" descr="01-o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Both comp</a:t>
            </a:r>
          </a:p>
        </p:txBody>
      </p:sp>
      <p:pic>
        <p:nvPicPr>
          <p:cNvPr id="3" name="Picture 2" descr="02-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Both comp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Push</a:t>
            </a:r>
          </a:p>
        </p:txBody>
      </p:sp>
      <p:pic>
        <p:nvPicPr>
          <p:cNvPr id="3" name="Picture 2" descr="03-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Preserve</a:t>
            </a:r>
          </a:p>
        </p:txBody>
      </p:sp>
      <p:pic>
        <p:nvPicPr>
          <p:cNvPr id="3" name="Picture 2" descr="04-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Map later</a:t>
            </a:r>
          </a:p>
        </p:txBody>
      </p:sp>
      <p:pic>
        <p:nvPicPr>
          <p:cNvPr id="3" name="Picture 2" descr="05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Map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local_rewrite_count and apply_inverter_push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Mutating function accidentally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PIs as rewrite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k-feasible 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rewrite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