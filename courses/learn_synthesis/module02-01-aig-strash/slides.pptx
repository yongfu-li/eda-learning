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Strash reuses identical AND structures so the graph stays compact.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Canonical key sorts the two literals; table maps key → node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AND nodes → four strash entries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orders fanin literals so AND(a,b)=AND(b,a).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fanins would hit the same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has no duplicate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Strash is the first cleanup before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**aig-strash**. Confirm strash entries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build_strash_table; assert len==4.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to sort fanins. Hashing node id instead of literals.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local rewrite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Strash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Strash reuses identical AND structures so the graph stays compact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Canonical key sorts the two literals; table maps key → node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Table</a:t>
            </a:r>
          </a:p>
        </p:txBody>
      </p:sp>
      <p:pic>
        <p:nvPicPr>
          <p:cNvPr id="3" name="Picture 2" descr="01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Key</a:t>
            </a:r>
          </a:p>
        </p:txBody>
      </p:sp>
      <p:pic>
        <p:nvPicPr>
          <p:cNvPr id="3" name="Picture 2" descr="02-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Lookup</a:t>
            </a:r>
          </a:p>
        </p:txBody>
      </p:sp>
      <p:pic>
        <p:nvPicPr>
          <p:cNvPr id="3" name="Picture 2" descr="03-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 dup</a:t>
            </a:r>
          </a:p>
        </p:txBody>
      </p:sp>
      <p:pic>
        <p:nvPicPr>
          <p:cNvPr id="3" name="Picture 2" descr="04-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 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</a:t>
            </a:r>
          </a:p>
        </p:txBody>
      </p:sp>
      <p:pic>
        <p:nvPicPr>
          <p:cNvPr id="3" name="Picture 2" descr="05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build_strash_table; assert len==4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sort fanins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Hashing node id instead of 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local rewrite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aig strash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