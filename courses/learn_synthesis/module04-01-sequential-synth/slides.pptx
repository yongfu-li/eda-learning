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full pass chains cleanup and mapping like a tiny ABC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sequential_synth returns stats, strash size, rewrite, cuts, mapping,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click runs the full toy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PI/AND/PO match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Orange cells after sequential synth.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Mapped area is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 toward 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**sequential-synth**. Click Sequential synth; confirm area and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sequential_synth(data); assert mapping.area &gt;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strash. Mixing delay and area covers without clearing.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Sequential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full pass chains cleanup and mapping like a tiny ABC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Sequential_synth returns stats, strash size, rewrite, cuts, mapping,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Pipeline</a:t>
            </a:r>
          </a:p>
        </p:txBody>
      </p:sp>
      <p:pic>
        <p:nvPicPr>
          <p:cNvPr id="3" name="Picture 2" descr="01-p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</a:t>
            </a:r>
          </a:p>
        </p:txBody>
      </p:sp>
      <p:pic>
        <p:nvPicPr>
          <p:cNvPr id="3" name="Picture 2" descr="02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Map</a:t>
            </a:r>
          </a:p>
        </p:txBody>
      </p:sp>
      <p:pic>
        <p:nvPicPr>
          <p:cNvPr id="3" name="Picture 2" descr="03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Area</a:t>
            </a:r>
          </a:p>
        </p:txBody>
      </p:sp>
      <p:pic>
        <p:nvPicPr>
          <p:cNvPr id="3" name="Picture 2" descr="04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Done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sequential_synth(data); assert mapping.area &gt;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strash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delay and area covers without clearing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01 sequential synth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