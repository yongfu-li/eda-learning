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Synthesis starts from a technology-independent subject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subject graph is an And-Inverter Graph: AND nodes with optional complemented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nodes: three PIs, four ANDs, one PO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inputs a, b, c sit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boxes are AND2 nodes in the AIG.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Purple dots mark complemented fanins.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7 drives output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**boolean-network**. Click nodes; toggle PIs and watch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tiny_synth.json; print aig_stats.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INV as a separate AIG node type. Ignoring complement bubbles.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AIG node types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Boolean net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Synthesis starts from a technology-independent subject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Our subject graph is an And-Inverter Graph: AND nodes with optional complemented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Graph</a:t>
            </a:r>
          </a:p>
        </p:txBody>
      </p:sp>
      <p:pic>
        <p:nvPicPr>
          <p:cNvPr id="3" name="Picture 2" descr="01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PIs</a:t>
            </a:r>
          </a:p>
        </p:txBody>
      </p:sp>
      <p:pic>
        <p:nvPicPr>
          <p:cNvPr id="3" name="Picture 2" descr="02-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AND boxes</a:t>
            </a:r>
          </a:p>
        </p:txBody>
      </p:sp>
      <p:pic>
        <p:nvPicPr>
          <p:cNvPr id="3" name="Picture 2" descr="03-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AND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Bubbles</a:t>
            </a:r>
          </a:p>
        </p:txBody>
      </p:sp>
      <p:pic>
        <p:nvPicPr>
          <p:cNvPr id="3" name="Picture 2" descr="04-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Bubbles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PO</a:t>
            </a:r>
          </a:p>
        </p:txBody>
      </p:sp>
      <p:pic>
        <p:nvPicPr>
          <p:cNvPr id="3" name="Picture 2" descr="05-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tiny_synth.json; print aig_stats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INV as a separate AIG node type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complement bubbles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AIG node types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boolean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