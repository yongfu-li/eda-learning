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Cuts describe which leaves a subgraph may stand on for techmapping.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 cut={self}. AND cuts = unions of fanin cuts with size ≤ k, plus trivial {self}.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Toy uses cut_k=3.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PI has a single cut.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AND cuts combine child cuts under the k limit.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Node 7 lists several feasible cuts.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total_cuts grows with graph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**cut-enumeration**. Click Enumerate cuts; select node 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enumerate_cuts(k=3); assert all |cut|≤3.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Allowing cuts larger than k. Forgetting the trivial cut.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the cell library.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Cuts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Cuts describe which leaves a subgraph may stand on for techmapping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learn_synthesis — 05 cut enumeration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PI cut={self}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AND cuts = unions of fanin cuts with size ≤ k, plus trivial {self}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learn_synthesis — 05 cut enumeration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K=3</a:t>
            </a:r>
          </a:p>
        </p:txBody>
      </p:sp>
      <p:pic>
        <p:nvPicPr>
          <p:cNvPr id="3" name="Picture 2" descr="01-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K=3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learn_synthesis — 05 cut enumeration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 cuts</a:t>
            </a:r>
          </a:p>
        </p:txBody>
      </p:sp>
      <p:pic>
        <p:nvPicPr>
          <p:cNvPr id="3" name="Picture 2" descr="02-p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PI cuts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learn_synthesis — 05 cut enumeration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Combine</a:t>
            </a:r>
          </a:p>
        </p:txBody>
      </p:sp>
      <p:pic>
        <p:nvPicPr>
          <p:cNvPr id="3" name="Picture 2" descr="03-com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Combine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learn_synthesis — 05 cut enumeration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PO cuts</a:t>
            </a:r>
          </a:p>
        </p:txBody>
      </p:sp>
      <p:pic>
        <p:nvPicPr>
          <p:cNvPr id="3" name="Picture 2" descr="04-p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PO cuts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learn_synthesis — 05 cut enumeration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Stats</a:t>
            </a:r>
          </a:p>
        </p:txBody>
      </p:sp>
      <p:pic>
        <p:nvPicPr>
          <p:cNvPr id="3" name="Picture 2" descr="05-sta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Stats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learn_synthesis — 05 cut enumeration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learn_synthesis — 05 cut enumeration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enumerate_cuts(k=3); assert all |cut|≤3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learn_synthesis — 05 cut enumeration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Allowing cuts larger than k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Forgetting the trivial cut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learn_synthesis — 05 cut enumeration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the cell library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learn_synthesis — 05 cut enumeration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