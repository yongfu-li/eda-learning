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Mappers optimize different objectives: area, delay, or a blend.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area_mode reports area + delay_sum; delay_mode reports depth×AND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modes share the same cover on this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 of cell areas (plus INV).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Depth proxy = #AND × AND2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cells bound the choice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flows weight the two; we just report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**area-delay**. Run both techmap buttons; compare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area_delay_tradeoff; print both modes.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Treating delay_sum as critical path blindly. Ignoring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full sequential synth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Area/delay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Mappers optimize different objectives: area, delay, or a blend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area delay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Area_mode reports area + delay_sum; delay_mode reports depth×AND delay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area delay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Trade</a:t>
            </a:r>
          </a:p>
        </p:txBody>
      </p:sp>
      <p:pic>
        <p:nvPicPr>
          <p:cNvPr id="3" name="Picture 2" descr="01-tr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area delay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Area mode</a:t>
            </a:r>
          </a:p>
        </p:txBody>
      </p:sp>
      <p:pic>
        <p:nvPicPr>
          <p:cNvPr id="3" name="Picture 2" descr="02-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Area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area delay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Delay mode</a:t>
            </a:r>
          </a:p>
        </p:txBody>
      </p:sp>
      <p:pic>
        <p:nvPicPr>
          <p:cNvPr id="3" name="Picture 2" descr="03-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Delay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area delay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Library</a:t>
            </a:r>
          </a:p>
        </p:txBody>
      </p:sp>
      <p:pic>
        <p:nvPicPr>
          <p:cNvPr id="3" name="Picture 2" descr="04-li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area delay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Choice</a:t>
            </a:r>
          </a:p>
        </p:txBody>
      </p:sp>
      <p:pic>
        <p:nvPicPr>
          <p:cNvPr id="3" name="Picture 2" descr="05-cho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area delay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area delay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area_delay_tradeoff; print both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area delay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delay_sum as critical path blindly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area delay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full sequential synth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learn_synthesis — 03 area delay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