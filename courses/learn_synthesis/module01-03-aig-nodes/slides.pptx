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AIGs use only AND + optional edge complement — not arbitrary gates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AND has two fanins (id, complemented). Evaluate bottom-up with bitwise 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 circles vs AND rectangles.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5 takes ~4 and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a=1,b=0,c=1 the PO f equals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node 5 to highlight fanins.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GOLDENS: 3 PI, 4 AND, 1 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**aig-nodes**. Toggle to a=1,b=1,c=1 and confirm f=0.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output_value for assignments (1,0,1) and (1,1,1).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complemented edges wrongly. Mixing PI names with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structural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AIG nodes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AIGs use only AND + optional edge complement , not arbitrary gates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AND has two fanins (id, complemented)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Evaluate bottom-up with bitwise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Kinds</a:t>
            </a:r>
          </a:p>
        </p:txBody>
      </p:sp>
      <p:pic>
        <p:nvPicPr>
          <p:cNvPr id="3" name="Picture 2" descr="01-k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Fanin</a:t>
            </a:r>
          </a:p>
        </p:txBody>
      </p:sp>
      <p:pic>
        <p:nvPicPr>
          <p:cNvPr id="3" name="Picture 2" descr="02-fa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Fanin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Eval</a:t>
            </a:r>
          </a:p>
        </p:txBody>
      </p:sp>
      <p:pic>
        <p:nvPicPr>
          <p:cNvPr id="3" name="Picture 2" descr="03-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Select</a:t>
            </a:r>
          </a:p>
        </p:txBody>
      </p:sp>
      <p:pic>
        <p:nvPicPr>
          <p:cNvPr id="3" name="Picture 2" descr="04-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output_value for assignments (1,0,1) and (1,1,1)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Evaluating complemented edges wrongly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PI names with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structural hashing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aig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