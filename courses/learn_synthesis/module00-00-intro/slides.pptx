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RTL becomes gates through logic synthesis: build an AIG, rewrite, map to a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course uses a tiny AIG for f = (~(a∧b) ∧ c) ∧ (a∧c) with a six-cell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AIG-based synthesis: rewrite, cuts, techmap, area/delay.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RTL becomes gates through logic synthesis: build an AIG, rewrite, map to a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This course uses a tiny AIG for f = (~(a∧b) ∧ c) ∧ (a∧c) with a six-cell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AIG-based synthesis: rewrite, cuts, techmap, area/delay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next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