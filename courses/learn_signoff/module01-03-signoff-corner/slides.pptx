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slow-slow hot corner is the pessimistic signoff PVT for delay.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signoff_corner=ss_0p9_125, derate=1.1.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signoff_corner selects the slow-slow signoff PVT.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Lower Vdd at high temp is the pessimistic corner.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Hot slow corner for max delay.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Corner derate scales reported delay.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ss_0p9_125 derate=1.1.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**signoff-corner**. Confirm ss_0p9_125 and derate 1.1.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pick_signoff_corner(); assert id and derate match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Using tt for signoff. Ignoring derate on 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apply derate.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signoff corner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The slow-slow hot corner is the pessimistic signoff PVT for delay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signoff corner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signoff_corner=ss_0p9_125, derate=1.1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signoff corner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Pick corner</a:t>
            </a:r>
          </a:p>
        </p:txBody>
      </p:sp>
      <p:pic>
        <p:nvPicPr>
          <p:cNvPr id="3" name="Picture 2" descr="01-pi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Pick corner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signoff corner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Vdd 0.9</a:t>
            </a:r>
          </a:p>
        </p:txBody>
      </p:sp>
      <p:pic>
        <p:nvPicPr>
          <p:cNvPr id="3" name="Picture 2" descr="02-v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Vdd 0.9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signoff corner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Temp 125</a:t>
            </a:r>
          </a:p>
        </p:txBody>
      </p:sp>
      <p:pic>
        <p:nvPicPr>
          <p:cNvPr id="3" name="Picture 2" descr="03-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Temp 125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signoff corner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Derate 1.1</a:t>
            </a:r>
          </a:p>
        </p:txBody>
      </p:sp>
      <p:pic>
        <p:nvPicPr>
          <p:cNvPr id="3" name="Picture 2" descr="04-de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Derate 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signoff corner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signoff corner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signoff corner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pick_signoff_corner(); assert id and derate match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signoff corner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Using tt for signoff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derate on 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signoff corner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apply derate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signoff corner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