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Applying ECOs flips fixed checks from fail to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fail_count→0 after apply_ecos.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ECOs — flip sta and antenna to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 slack becomes +0.02 after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Antenna count zero after jumper.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DRC/LVS/ERC/IR remain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fail_count→0 after ECO.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**apply-ecos**. Apply ECOs; confirm fail_count=0.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apply_ecos(); assert fail_count==0.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Applying ECO without updating check status. Partial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tapeout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apply ECOs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Applying ECOs flips fixed checks from fail to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apply ecos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fail_count→0 after apply_ecos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apply ecos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Flip fails</a:t>
            </a:r>
          </a:p>
        </p:txBody>
      </p:sp>
      <p:pic>
        <p:nvPicPr>
          <p:cNvPr id="3" name="Picture 2" descr="01-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Flip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apply ecos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 fixed</a:t>
            </a:r>
          </a:p>
        </p:txBody>
      </p:sp>
      <p:pic>
        <p:nvPicPr>
          <p:cNvPr id="3" name="Picture 2" descr="02-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apply ecos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Antenna fixed</a:t>
            </a:r>
          </a:p>
        </p:txBody>
      </p:sp>
      <p:pic>
        <p:nvPicPr>
          <p:cNvPr id="3" name="Picture 2" descr="03-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Antenna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apply ecos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Others hold</a:t>
            </a:r>
          </a:p>
        </p:txBody>
      </p:sp>
      <p:pic>
        <p:nvPicPr>
          <p:cNvPr id="3" name="Picture 2" descr="04-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Others 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apply ecos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apply ecos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apply ecos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apply_ecos(); assert fail_count==0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apply ecos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Applying ECO without updating check status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Partial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apply ecos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tapeout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03 apply ecos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