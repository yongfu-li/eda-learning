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DFT insert you need signoff — corners, derate, checks, ECO, tapeout gates,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tiny_signoff: 3 corners, ss_0p9_125 derate=1.1, fail_count=2, 2 ECOs, tapeout ready after 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tiny_signoff: 3 corners, ss derate=1.1, fail_count=2, 2 ECOs, tapeout after 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Corners → signoff corner → derate → checks → ECO → apply → tapeout → markers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list PVT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DFT insert you need signoff , corners, derate, checks, ECO, tapeout gates,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tiny_signoff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Tiny_signoff: 3 corners, ss derate=1.1, fail_count=2, 2 ECOs, tapeout after 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Corners → signoff corner → derate → checks → ECO → apply → tapeout → markers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list PVT corners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