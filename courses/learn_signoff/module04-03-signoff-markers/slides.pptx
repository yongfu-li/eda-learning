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emits markers for each failing check before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Markers tag each failing check for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 fail emits check_fail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Antenna fail emits second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checks do not emit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**signoff-markers**. Run collect; confirm 2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collect_markers(); assert count==2.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pass checks. Markers after ECO without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signoff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emits markers for each failing check before ECO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marker_count=2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 fail</a:t>
            </a:r>
          </a:p>
        </p:txBody>
      </p:sp>
      <p:pic>
        <p:nvPicPr>
          <p:cNvPr id="3" name="Picture 2" descr="01-k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 marker</a:t>
            </a:r>
          </a:p>
        </p:txBody>
      </p:sp>
      <p:pic>
        <p:nvPicPr>
          <p:cNvPr id="3" name="Picture 2" descr="02-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Antenna marker</a:t>
            </a:r>
          </a:p>
        </p:txBody>
      </p:sp>
      <p:pic>
        <p:nvPicPr>
          <p:cNvPr id="3" name="Picture 2" descr="03-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Antenna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 pass markers</a:t>
            </a:r>
          </a:p>
        </p:txBody>
      </p:sp>
      <p:pic>
        <p:nvPicPr>
          <p:cNvPr id="3" name="Picture 2" descr="04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 pass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collect_markers(); assert count==2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pass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Markers after ECO without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signoff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signoff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