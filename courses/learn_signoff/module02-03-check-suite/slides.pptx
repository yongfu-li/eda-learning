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STA, DRC, LVS, ERC, antenna, and IR form the toy check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fail_count=2, pass_count=4.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STA, DRC, LVS, ERC, Antenna, IR in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 slack −0.05 — timing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DRC, LVS, ERC all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antenna violation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fail_count=2 (sta, antenna).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**check-suite**. Run checks; confirm 2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run_checks(); assert fail_count==2 and pass_count==4.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IR as fail. Missing antenna in fail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ECO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check suite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STA, DRC, LVS, ERC, antenna, and IR form the toy check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fail_count=2, pass_count=4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Six checks</a:t>
            </a:r>
          </a:p>
        </p:txBody>
      </p:sp>
      <p:pic>
        <p:nvPicPr>
          <p:cNvPr id="3" name="Picture 2" descr="01-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Six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 fail</a:t>
            </a:r>
          </a:p>
        </p:txBody>
      </p:sp>
      <p:pic>
        <p:nvPicPr>
          <p:cNvPr id="3" name="Picture 2" descr="02-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Layout pass</a:t>
            </a:r>
          </a:p>
        </p:txBody>
      </p:sp>
      <p:pic>
        <p:nvPicPr>
          <p:cNvPr id="3" name="Picture 2" descr="03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Layout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Antenna fail</a:t>
            </a:r>
          </a:p>
        </p:txBody>
      </p:sp>
      <p:pic>
        <p:nvPicPr>
          <p:cNvPr id="3" name="Picture 2" descr="04-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Antenna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run_checks(); assert fail_count==2 and pass_count==4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IR as fail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antenna in fail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ECO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check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