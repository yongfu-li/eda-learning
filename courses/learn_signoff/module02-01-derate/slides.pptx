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Reported path delay scales by the signoff corner derate.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derated=1.1 for delay=1.0.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derated = delay × signoff derate.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Nominal path delay before derate.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derate from signoff corner.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1.0 × 1.1 = 1.1 ns derated.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derated=1.1 for delay=1.0.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**derate**. Run derate on delay=1.0; confirm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apply_derate(1.0); assert derated==1.1.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wrong corner derate. Forgetting multiply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check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derate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Reported path delay scales by the signoff corner derate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derated=1.1 for delay=1.0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Delay scale</a:t>
            </a:r>
          </a:p>
        </p:txBody>
      </p:sp>
      <p:pic>
        <p:nvPicPr>
          <p:cNvPr id="3" name="Picture 2" descr="01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Delay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Input 1.0</a:t>
            </a:r>
          </a:p>
        </p:txBody>
      </p:sp>
      <p:pic>
        <p:nvPicPr>
          <p:cNvPr id="3" name="Picture 2" descr="02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Input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Derate 1.1</a:t>
            </a:r>
          </a:p>
        </p:txBody>
      </p:sp>
      <p:pic>
        <p:nvPicPr>
          <p:cNvPr id="3" name="Picture 2" descr="03-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Derate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Result 1.1</a:t>
            </a:r>
          </a:p>
        </p:txBody>
      </p:sp>
      <p:pic>
        <p:nvPicPr>
          <p:cNvPr id="3" name="Picture 2" descr="04-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Result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apply_derate(1.0); assert derated==1.1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wrong corner derate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multiply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check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derate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