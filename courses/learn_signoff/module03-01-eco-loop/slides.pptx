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 change orders map fixes to failing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eco_count=2, fixes_all=true.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ECOs planned for failing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eco1 buffer on n_crit fixes 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eco2 jumper on n_ant fixes antenna.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fails covered by ECO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eco_count=2, fixes_all=true.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**eco-loop**. Confirm 2 ECOs cover sta+antenna.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eco_plan(); assert eco_count==2 and fixes_all.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 missing a fail. Double-counting ECOs.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apply ECOs.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ECO loop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Engineering change orders map fixes to failing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eco_count=2, fixes_all=true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ECO list</a:t>
            </a:r>
          </a:p>
        </p:txBody>
      </p:sp>
      <p:pic>
        <p:nvPicPr>
          <p:cNvPr id="3" name="Picture 2" descr="01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ECO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Buffer ECO</a:t>
            </a:r>
          </a:p>
        </p:txBody>
      </p:sp>
      <p:pic>
        <p:nvPicPr>
          <p:cNvPr id="3" name="Picture 2" descr="02-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Buffer 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Jumper ECO</a:t>
            </a:r>
          </a:p>
        </p:txBody>
      </p:sp>
      <p:pic>
        <p:nvPicPr>
          <p:cNvPr id="3" name="Picture 2" descr="03-ec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Jumper 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Covers all</a:t>
            </a:r>
          </a:p>
        </p:txBody>
      </p:sp>
      <p:pic>
        <p:nvPicPr>
          <p:cNvPr id="3" name="Picture 2" descr="04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Covers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eco_plan(); assert eco_count==2 and fixes_all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ECO missing a fail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ECOs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apply ECOs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eco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