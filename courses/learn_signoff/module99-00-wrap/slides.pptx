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checked tiny_signoff: 3 corners; ss derate=1.1; fails=2; ECOs=2; tapeout after ECO; markers=2;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learn_yosys / learn_openroad (evidence sidecars).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corners, derate, checks, ECO, tapeout, markers,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corners; ss derate=1.1; fails=2; ECOs=2; tapeout after ECO; markers=2;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learn_yosys / learn_openroad (evidence sidecars).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explain the ECO tapeout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checked tiny_signoff: 3 corners; ss derate=1.1; fails=2; ECOs=2; tapeout after ECO; markers=2; engine 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learn_yosys / learn_openroad (evidence sidecars)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corners, derate, checks, ECO, tapeout, markers,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3 corners; ss derate=1.1; fails=2; ECOs=2; tapeout after ECO; markers=2; engine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learn_yosys / learn_openroad (evidence sidecars)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explain the ECO tapeout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