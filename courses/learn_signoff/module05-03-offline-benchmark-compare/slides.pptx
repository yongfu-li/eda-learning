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signoff_compare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tiny_signoff.json; print corner_count, fail_count, eco_count,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signoff_compare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signoff_compare; print(signoff_compare())"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tiny_signoff.json; print corner_count, fail_count, eco_count,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signoff_compare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tiny_signoff.json; print corner_count, fail_count, eco_count,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signoff_compare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signoff_compare; print(signoff_compare())"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tiny_signoff.json; print corner_count, fail_count, eco_count,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