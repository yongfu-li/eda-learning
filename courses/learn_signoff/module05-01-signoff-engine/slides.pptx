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engine chains corners, checks, ECO, tapeout, and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corners=3, fails=2, ecos=2, markers=2,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corners, 6 checks, 2 ECOs in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Signoff corner ss_0p9_125 derate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fails before ECO; tapeout blocked.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ECOs fix all; tapeout ready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**signoff-engine**. Run engine; confirm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signoff_engine(); assert ok and markers.count==2.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partial checks. Changing toy without updating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tiny engine chains corners, checks, ECO, tapeout, and markers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signoff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corners=3, fails=2, ecos=2, markers=2,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signoff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Design stats</a:t>
            </a:r>
          </a:p>
        </p:txBody>
      </p:sp>
      <p:pic>
        <p:nvPicPr>
          <p:cNvPr id="3" name="Picture 2" descr="01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Design 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signoff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Corner pick</a:t>
            </a:r>
          </a:p>
        </p:txBody>
      </p:sp>
      <p:pic>
        <p:nvPicPr>
          <p:cNvPr id="3" name="Picture 2" descr="02-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Corner pick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signoff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Check fails</a:t>
            </a:r>
          </a:p>
        </p:txBody>
      </p:sp>
      <p:pic>
        <p:nvPicPr>
          <p:cNvPr id="3" name="Picture 2" descr="03-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Check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signoff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ECO + tapeout</a:t>
            </a:r>
          </a:p>
        </p:txBody>
      </p:sp>
      <p:pic>
        <p:nvPicPr>
          <p:cNvPr id="3" name="Picture 2" descr="04-e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ECO + tapeout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signoff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signoff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signoff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signoff_engine(); assert ok and markers.count==2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signoff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partial checks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toy without updating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signoff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signoff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