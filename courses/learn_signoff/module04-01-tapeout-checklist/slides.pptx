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Required tapeout gates block release until checks are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ready=false before ECO, ready=true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required tapeout gates plus optional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Antenna fail blocks tapeout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DRC/LVS/ERC must pass for t2.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required items green after ECO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ready only after ECO.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**tapeout-checklist**. Compare before/after ECO ready flags.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tapeout_checklist(after_eco=False/True); assert ready flags.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Ignoring optional vs required. Checking before ECO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signoff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tapeout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Required tapeout gates block release until checks are clean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tapeout checklist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ready=false before ECO, ready=true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tapeout checklist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Checklist</a:t>
            </a:r>
          </a:p>
        </p:txBody>
      </p:sp>
      <p:pic>
        <p:nvPicPr>
          <p:cNvPr id="3" name="Picture 2" descr="01-it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tapeout checklist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Before ECO</a:t>
            </a:r>
          </a:p>
        </p:txBody>
      </p:sp>
      <p:pic>
        <p:nvPicPr>
          <p:cNvPr id="3" name="Picture 2" descr="02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Before ECO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tapeout checklist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Layout gate</a:t>
            </a:r>
          </a:p>
        </p:txBody>
      </p:sp>
      <p:pic>
        <p:nvPicPr>
          <p:cNvPr id="3" name="Picture 2" descr="03-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Layout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tapeout checklist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After ECO</a:t>
            </a:r>
          </a:p>
        </p:txBody>
      </p:sp>
      <p:pic>
        <p:nvPicPr>
          <p:cNvPr id="3" name="Picture 2" descr="04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After ECO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tapeout checklist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tapeout checklist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tapeout checklist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tapeout_checklist(after_eco=False/True); assert ready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tapeout checklist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optional vs required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Checking before ECO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tapeout checklist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signoff markers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tapeout checklist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