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Signoff starts from a small set of process/voltage/temperature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corner_count=3.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process/voltage/temperature corners in tiny_signoff.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ss_0p9_125: Vdd=0.9, temp=125, derate=1.1.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tt_1p0_25: nominal Vdd and temp.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ff_1p1_m40: fast process, low temp.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corner_count=3.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**corners**. Inspect tiny_signoff; confirm 3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list_corners(); assert 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signoff corner with full MCMM. Missing derate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pick signoff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corners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Signoff starts from a small set of process/voltage/temperature corners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corner_count=3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PVT triple</a:t>
            </a:r>
          </a:p>
        </p:txBody>
      </p:sp>
      <p:pic>
        <p:nvPicPr>
          <p:cNvPr id="3" name="Picture 2" descr="01-pv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PVT triple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Slow slow</a:t>
            </a:r>
          </a:p>
        </p:txBody>
      </p:sp>
      <p:pic>
        <p:nvPicPr>
          <p:cNvPr id="3" name="Picture 2" descr="02-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Slow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Typical</a:t>
            </a:r>
          </a:p>
        </p:txBody>
      </p:sp>
      <p:pic>
        <p:nvPicPr>
          <p:cNvPr id="3" name="Picture 2" descr="03-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Typical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Fast fast</a:t>
            </a:r>
          </a:p>
        </p:txBody>
      </p:sp>
      <p:pic>
        <p:nvPicPr>
          <p:cNvPr id="3" name="Picture 2" descr="04-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Fast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list_corners(); assert 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signoff corner with full MCMM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derate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pick signoff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learn_signoff — 01 corners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