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Compaction models geometry as a directed constraint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Nodes L_A,R_A,…; size edges R≥L+width; spacing edges L_right ≥ R_left + gap. GOLDEN ~10 X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Left/right edge nodes per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R_id ≥ L_id + width(id).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cell’s left ≥ previous right +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SRC_X anchors the left of the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about 10 constraint edges on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**constraint-graph**. Inspect X graph node/edge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build_constraint_graph(DATA,'x'); print len(edges).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size edges. Mixing X and Y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longest-path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Constraints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Compaction models geometry as a directed constraint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Nodes L_A,R_A,…; size edges R≥L+width; spacing edges L_right ≥ R_left + gap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~10 X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Nodes</a:t>
            </a:r>
          </a:p>
        </p:txBody>
      </p:sp>
      <p:pic>
        <p:nvPicPr>
          <p:cNvPr id="3" name="Picture 2" descr="01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Size</a:t>
            </a:r>
          </a:p>
        </p:txBody>
      </p:sp>
      <p:pic>
        <p:nvPicPr>
          <p:cNvPr id="3" name="Picture 2" descr="02-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Spacing</a:t>
            </a:r>
          </a:p>
        </p:txBody>
      </p:sp>
      <p:pic>
        <p:nvPicPr>
          <p:cNvPr id="3" name="Picture 2" descr="03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Source</a:t>
            </a:r>
          </a:p>
        </p:txBody>
      </p:sp>
      <p:pic>
        <p:nvPicPr>
          <p:cNvPr id="3" name="Picture 2" descr="04-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build_constraint_graph(DATA,'x'); print len(edges)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size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X and Y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longest-path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constraint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