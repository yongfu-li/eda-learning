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Compaction starts from leaf geometries — cells and wires with axis-aligned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A,B,C are cells; W is a horizontal wire. GOLDEN: 4 objects, bbox width 20, height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objects: cells A,B,C and wire 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sits at x0=0..4, y0=2..5.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and C sit further right with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Union bbox width=20 height=6.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GOLDENS: object_count=4.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**leaf-cells**. Click cells; read bbox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layout_stats; assert object_count==4 and width==20.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Treating wire as a cell. Confusing chip size with bbox.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spacing / gap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Leaf cells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Compaction starts from leaf geometries , cells and wires with axis-aligned boxes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A,B,C are cells; W is a horizontal wire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4 objects, bbox width 20, height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Objects</a:t>
            </a:r>
          </a:p>
        </p:txBody>
      </p:sp>
      <p:pic>
        <p:nvPicPr>
          <p:cNvPr id="3" name="Picture 2" descr="01-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Cell A</a:t>
            </a:r>
          </a:p>
        </p:txBody>
      </p:sp>
      <p:pic>
        <p:nvPicPr>
          <p:cNvPr id="3" name="Picture 2" descr="02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Cell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 and C</a:t>
            </a:r>
          </a:p>
        </p:txBody>
      </p:sp>
      <p:pic>
        <p:nvPicPr>
          <p:cNvPr id="3" name="Picture 2" descr="03-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BBox</a:t>
            </a:r>
          </a:p>
        </p:txBody>
      </p:sp>
      <p:pic>
        <p:nvPicPr>
          <p:cNvPr id="3" name="Picture 2" descr="04-b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Count</a:t>
            </a:r>
          </a:p>
        </p:txBody>
      </p:sp>
      <p:pic>
        <p:nvPicPr>
          <p:cNvPr id="3" name="Picture 2" descr="05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layout_stats; assert object_count==4 and width==20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wire as a cell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chip size with bbox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spacing / gap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learn_compaction — 01 leaf cells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