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rules demand a minimum gap between adjacent shapes that project on an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min_gap=1 on the toy. Initial layout is legal; illegal if two cells overlap or gap &lt;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min_gap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layout is_legal →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Overlapping rects fail legality.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Spacing applies when orthogonal projections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Constraints encode these gaps in the graph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**spacing-rules**. Confirm min_gap=1 and legal starter.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is_legal(DATA); assert True. Print min_gap.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Applying gap without projection overlap. Ignoring wires wrongly as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the constraint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Spacing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Design rules demand a minimum gap between adjacent shapes that project on an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Min_gap=1 on the toy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Initial layout is legal; illegal if two cells overlap or gap &lt;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Gap one</a:t>
            </a:r>
          </a:p>
        </p:txBody>
      </p:sp>
      <p:pic>
        <p:nvPicPr>
          <p:cNvPr id="3" name="Picture 2" descr="01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Gap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Legal init</a:t>
            </a:r>
          </a:p>
        </p:txBody>
      </p:sp>
      <p:pic>
        <p:nvPicPr>
          <p:cNvPr id="3" name="Picture 2" descr="02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Legal init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Overlap fail</a:t>
            </a:r>
          </a:p>
        </p:txBody>
      </p:sp>
      <p:pic>
        <p:nvPicPr>
          <p:cNvPr id="3" name="Picture 2" descr="03-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Overlap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Project</a:t>
            </a:r>
          </a:p>
        </p:txBody>
      </p:sp>
      <p:pic>
        <p:nvPicPr>
          <p:cNvPr id="3" name="Picture 2" descr="04-pr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</a:t>
            </a:r>
          </a:p>
        </p:txBody>
      </p:sp>
      <p:pic>
        <p:nvPicPr>
          <p:cNvPr id="3" name="Picture 2" descr="05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is_legal(DATA); assert True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min_gap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Applying gap without projection overlap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wires wrongly as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the constraint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spacing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