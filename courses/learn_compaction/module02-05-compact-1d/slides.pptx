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axis at a time: build graph, longest-path, rewrite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X compaction before_span=20, after_span=14, improved=True.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Initial X span =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compact_1d(layout, 'x').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X span =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Whitespace between A–B–C shrinks to min_gap.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coordinates unchanged in a pure X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**compact-1d**. Click Compact X; confirm 20→14.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compact_1d(DATA,'x'); assert after_span==14.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Expecting Y to change. Ignoring improved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2-D compaction.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1-D compact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One axis at a time: build graph, longest-path, rewrite coordinates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X compaction before_span=20, after_span=14, improved=True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Before</a:t>
            </a:r>
          </a:p>
        </p:txBody>
      </p:sp>
      <p:pic>
        <p:nvPicPr>
          <p:cNvPr id="3" name="Picture 2" descr="01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Run</a:t>
            </a:r>
          </a:p>
        </p:txBody>
      </p:sp>
      <p:pic>
        <p:nvPicPr>
          <p:cNvPr id="3" name="Picture 2" descr="02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After</a:t>
            </a:r>
          </a:p>
        </p:txBody>
      </p:sp>
      <p:pic>
        <p:nvPicPr>
          <p:cNvPr id="3" name="Picture 2" descr="03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Gaps</a:t>
            </a:r>
          </a:p>
        </p:txBody>
      </p:sp>
      <p:pic>
        <p:nvPicPr>
          <p:cNvPr id="3" name="Picture 2" descr="04-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 untouched</a:t>
            </a:r>
          </a:p>
        </p:txBody>
      </p:sp>
      <p:pic>
        <p:nvPicPr>
          <p:cNvPr id="3" name="Picture 2" descr="05-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Y untouched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compact_1d(DATA,'x'); assert after_span==14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Y to change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improved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2-D compaction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05 compact 1d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