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2-D compaction usually alternates axes (X then Y on the toy).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GOLDEN: initial 20×6 → final width 14 (height may shift slightly with projections).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Default order is X then 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First step shrinks width.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Second step rebuilds Y constraints.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final_width=14 on the toy.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Axis order can change results in richer layouts.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Open **compact-2d**. Run 2-D; read final width 14.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Call compact_2d(DATA); assert final_width==14.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Assuming one axis is enough. Ignoring order sensitivity.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Next: wire jogs.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0"/>
            <a:ext cx="11064240" cy="274320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ctr">
              <a:lnSpc>
                <a:spcPts val="2200"/>
              </a:lnSpc>
              <a:spcAft>
                <a:spcPts val="400"/>
              </a:spcAft>
            </a:pPr>
            <a:r>
              <a:rPr sz="4000" b="1">
                <a:solidFill>
                  <a:srgbClr val="1A1A2E"/>
                </a:solidFill>
                <a:latin typeface="Calibri"/>
              </a:rPr>
              <a:t>2-D compact</a:t>
            </a:r>
          </a:p>
          <a:p>
            <a:pPr algn="ctr">
              <a:lnSpc>
                <a:spcPts val="2200"/>
              </a:lnSpc>
              <a:spcBef>
                <a:spcPts val="1400"/>
              </a:spcBef>
            </a:pPr>
            <a:r>
              <a:rPr sz="2600" b="0">
                <a:solidFill>
                  <a:srgbClr val="333333"/>
                </a:solidFill>
                <a:latin typeface="Calibri"/>
              </a:rPr>
              <a:t>2-D compaction usually alternates axes (X then Y on the toy)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learn_compaction — 07 compact 2d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The idea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GOLDEN: initial 20×6 → final width 14 (height may shift slightly with projections)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learn_compaction — 07 compact 2d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Order</a:t>
            </a:r>
          </a:p>
        </p:txBody>
      </p:sp>
      <p:pic>
        <p:nvPicPr>
          <p:cNvPr id="3" name="Picture 2" descr="01-ord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143000"/>
            <a:ext cx="6757358" cy="4572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5897880"/>
            <a:ext cx="11064240" cy="4114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1200" b="0">
                <a:solidFill>
                  <a:srgbClr val="333333"/>
                </a:solidFill>
                <a:latin typeface="Calibri"/>
              </a:rPr>
              <a:t>Order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learn_compaction — 07 compact 2d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X step</a:t>
            </a:r>
          </a:p>
        </p:txBody>
      </p:sp>
      <p:pic>
        <p:nvPicPr>
          <p:cNvPr id="3" name="Picture 2" descr="02-xste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143000"/>
            <a:ext cx="6757358" cy="4572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5897880"/>
            <a:ext cx="11064240" cy="4114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1200" b="0">
                <a:solidFill>
                  <a:srgbClr val="333333"/>
                </a:solidFill>
                <a:latin typeface="Calibri"/>
              </a:rPr>
              <a:t>X step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learn_compaction — 07 compact 2d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Y step</a:t>
            </a:r>
          </a:p>
        </p:txBody>
      </p:sp>
      <p:pic>
        <p:nvPicPr>
          <p:cNvPr id="3" name="Picture 2" descr="03-yste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143000"/>
            <a:ext cx="6757358" cy="4572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5897880"/>
            <a:ext cx="11064240" cy="4114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1200" b="0">
                <a:solidFill>
                  <a:srgbClr val="333333"/>
                </a:solidFill>
                <a:latin typeface="Calibri"/>
              </a:rPr>
              <a:t>Y step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learn_compaction — 07 compact 2d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Final</a:t>
            </a:r>
          </a:p>
        </p:txBody>
      </p:sp>
      <p:pic>
        <p:nvPicPr>
          <p:cNvPr id="3" name="Picture 2" descr="04-fin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143000"/>
            <a:ext cx="6757358" cy="4572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5897880"/>
            <a:ext cx="11064240" cy="4114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1200" b="0">
                <a:solidFill>
                  <a:srgbClr val="333333"/>
                </a:solidFill>
                <a:latin typeface="Calibri"/>
              </a:rPr>
              <a:t>Final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learn_compaction — 07 compact 2d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Trade</a:t>
            </a:r>
          </a:p>
        </p:txBody>
      </p:sp>
      <p:pic>
        <p:nvPicPr>
          <p:cNvPr id="3" name="Picture 2" descr="05-trad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143000"/>
            <a:ext cx="6757358" cy="4572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5897880"/>
            <a:ext cx="11064240" cy="4114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1200" b="0">
                <a:solidFill>
                  <a:srgbClr val="333333"/>
                </a:solidFill>
                <a:latin typeface="Calibri"/>
              </a:rPr>
              <a:t>Trade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learn_compaction — 07 compact 2d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Browser lab track</a:t>
            </a:r>
          </a:p>
        </p:txBody>
      </p:sp>
      <p:pic>
        <p:nvPicPr>
          <p:cNvPr id="3" name="Picture 2" descr="lab-start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143000"/>
            <a:ext cx="7315200" cy="4572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5897880"/>
            <a:ext cx="11064240" cy="4114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1200" b="0">
                <a:solidFill>
                  <a:srgbClr val="333333"/>
                </a:solidFill>
                <a:latin typeface="Calibri"/>
              </a:rPr>
              <a:t>Browser lab starter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learn_compaction — 07 compact 2d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Implement track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Call compact_2d(DATA); assert final_width==14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learn_compaction — 07 compact 2d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Pitfalls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Assuming one axis is enough</a:t>
            </a:r>
          </a:p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Ignoring order sensitivity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learn_compaction — 07 compact 2d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Your turn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Next: wire jogs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learn_compaction — 07 compact 2d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