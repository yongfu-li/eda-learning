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detailed routing you have whitespace. Compaction shrinks the layout under spacing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uses tiny_compact: cells A,B,C plus wire W; min_gap=1; initial width 20 → compacted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A, B, C and wire W; min_gap one; width twenty packs to fourteen.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Constraint graph, longest path, one-D and two-D, jogs, sequential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leaf cells and bounding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detailed routing you have whitespace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course uses tiny_compact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Cells A, B, C and wire W; min_gap one; width twenty packs to fourteen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Constraint graph, longest path, one-D and two-D, jogs, sequential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leaf cells and bounding 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