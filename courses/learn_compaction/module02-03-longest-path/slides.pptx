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1-D compaction sets each variable to the longest path from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Relax edges until positions stabilize; left edges pull rightward to minimum legal 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SRC_X at position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dst ← max(dst, src + 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when no position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pack left under spacing.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Positions feed compact_1d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**longest-path**. Run longest-path on the X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longest_path_compact(build_constraint_graph(...)).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shortest-path instead. Not iterating to fixpoint.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apply 1-D compaction.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Longest path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Classic 1-D compaction sets each variable to the longest path from the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Relax edges until positions stabilize; left edges pull rightward to minimum legal 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Source</a:t>
            </a:r>
          </a:p>
        </p:txBody>
      </p:sp>
      <p:pic>
        <p:nvPicPr>
          <p:cNvPr id="3" name="Picture 2" descr="01-s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Relax</a:t>
            </a:r>
          </a:p>
        </p:txBody>
      </p:sp>
      <p:pic>
        <p:nvPicPr>
          <p:cNvPr id="3" name="Picture 2" descr="02-rel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Relax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Stable</a:t>
            </a:r>
          </a:p>
        </p:txBody>
      </p:sp>
      <p:pic>
        <p:nvPicPr>
          <p:cNvPr id="3" name="Picture 2" descr="03-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Left pack</a:t>
            </a:r>
          </a:p>
        </p:txBody>
      </p:sp>
      <p:pic>
        <p:nvPicPr>
          <p:cNvPr id="3" name="Picture 2" descr="04-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Left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Ready</a:t>
            </a:r>
          </a:p>
        </p:txBody>
      </p:sp>
      <p:pic>
        <p:nvPicPr>
          <p:cNvPr id="3" name="Picture 2" descr="05-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longest_path_compact(build_constraint_graph(...))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shortest-path instead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Not iterating to fixpoint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apply 1-D compaction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03 longest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