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Wires must bend or stretch when cells move during compaction.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add_jog inserts a bend; stretch_wire_to_bbox retargets a horizontal wire to the cell union.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is horizontal at y=7 spanning x=4..16.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add_jog records a bend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compact, stretch W to cell bbox.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points list holds polyline vertices.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jogs, wires disconnect from moving pins.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**wire-jogs**. Add a jog; stretch W after compact.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add_jog on W; stretch_wire_to_bbox after compact_1d.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Deleting the wire. Stretching without updating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shear 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Wire jogs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Wires must bend or stretch when cells move during compaction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wire jogs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Add_jog inserts a bend; stretch_wire_to_bbox retargets a horizontal wire to the cell union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wire jogs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Wire W</a:t>
            </a:r>
          </a:p>
        </p:txBody>
      </p:sp>
      <p:pic>
        <p:nvPicPr>
          <p:cNvPr id="3" name="Picture 2" descr="01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Wire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wire jogs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Jog</a:t>
            </a:r>
          </a:p>
        </p:txBody>
      </p:sp>
      <p:pic>
        <p:nvPicPr>
          <p:cNvPr id="3" name="Picture 2" descr="02-j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Jog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wire jogs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Stretch</a:t>
            </a:r>
          </a:p>
        </p:txBody>
      </p:sp>
      <p:pic>
        <p:nvPicPr>
          <p:cNvPr id="3" name="Picture 2" descr="03-stre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Stretch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wire jogs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Points</a:t>
            </a:r>
          </a:p>
        </p:txBody>
      </p:sp>
      <p:pic>
        <p:nvPicPr>
          <p:cNvPr id="3" name="Picture 2" descr="04-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wire jogs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</a:t>
            </a:r>
          </a:p>
        </p:txBody>
      </p:sp>
      <p:pic>
        <p:nvPicPr>
          <p:cNvPr id="3" name="Picture 2" descr="05-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wire jogs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wire jogs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add_jog on W; stretch_wire_to_bbox after compact_1d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wire jogs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Deleting the wire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Stretching without updating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wire jogs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shear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wire jogs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