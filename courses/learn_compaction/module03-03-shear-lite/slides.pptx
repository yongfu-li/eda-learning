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Shear slides a channel to open or close space without full recompaction.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shear_channel_lite(x_lo,x_hi,delta_y) moves objects intersecting the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an X band covering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delta_y to intersecting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which ids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Re-check spacing after shear.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Shear is a local cleanup before another compact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**shear-lite**. Shear a band; inspect moved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shear_channel_lite(DATA, 7, 13, 1); print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Shearing the whole chip blindly. Skipping legality after shear.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sequential compact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Shear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Shear slides a channel to open or close space without full recompaction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Shear_channel_lite(x_lo,x_hi,delta_y) moves objects intersecting the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Channel</a:t>
            </a:r>
          </a:p>
        </p:txBody>
      </p:sp>
      <p:pic>
        <p:nvPicPr>
          <p:cNvPr id="3" name="Picture 2" descr="01-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Delta</a:t>
            </a:r>
          </a:p>
        </p:txBody>
      </p:sp>
      <p:pic>
        <p:nvPicPr>
          <p:cNvPr id="3" name="Picture 2" descr="02-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Moved</a:t>
            </a:r>
          </a:p>
        </p:txBody>
      </p:sp>
      <p:pic>
        <p:nvPicPr>
          <p:cNvPr id="3" name="Picture 2" descr="03-mo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Legal check</a:t>
            </a:r>
          </a:p>
        </p:txBody>
      </p:sp>
      <p:pic>
        <p:nvPicPr>
          <p:cNvPr id="3" name="Picture 2" descr="04-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Legal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Use</a:t>
            </a:r>
          </a:p>
        </p:txBody>
      </p:sp>
      <p:pic>
        <p:nvPicPr>
          <p:cNvPr id="3" name="Picture 2" descr="05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shear_channel_lite(DATA, 7, 13, 1); print 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Shearing the whole chip blindly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legality after shear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sequential compact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shear 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