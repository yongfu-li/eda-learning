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full pass chains axis compaction and wire repair like a tiny cleaner.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width 20→14, legal=True, improved=True.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 compact then Y compact then wire stretch.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final_width=14.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legal flag True on the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improved True vs initial span.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compare, then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**sequential-compact**. Click Sequential compact; confirm 20→14.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sequential_compact(DATA); assert final_width==14 and legal.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wire stretch. Claiming illegal layouts are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benchmark, then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Sequential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full pass chains axis compaction and wire repair like a tiny cleaner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05 sequential compact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width 20→14, legal=True, improved=True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05 sequential compact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Pipeline</a:t>
            </a:r>
          </a:p>
        </p:txBody>
      </p:sp>
      <p:pic>
        <p:nvPicPr>
          <p:cNvPr id="3" name="Picture 2" descr="01-p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05 sequential compact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Width</a:t>
            </a:r>
          </a:p>
        </p:txBody>
      </p:sp>
      <p:pic>
        <p:nvPicPr>
          <p:cNvPr id="3" name="Picture 2" descr="02-wi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Width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05 sequential compact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Legal</a:t>
            </a:r>
          </a:p>
        </p:txBody>
      </p:sp>
      <p:pic>
        <p:nvPicPr>
          <p:cNvPr id="3" name="Picture 2" descr="03-leg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05 sequential compact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Improved</a:t>
            </a:r>
          </a:p>
        </p:txBody>
      </p:sp>
      <p:pic>
        <p:nvPicPr>
          <p:cNvPr id="3" name="Picture 2" descr="04-i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Improved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05 sequential compact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Done</a:t>
            </a:r>
          </a:p>
        </p:txBody>
      </p:sp>
      <p:pic>
        <p:nvPicPr>
          <p:cNvPr id="3" name="Picture 2" descr="05-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05 sequential compact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05 sequential compact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sequential_compact(DATA); assert final_width==14 and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05 sequential compact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wire stretch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Claiming illegal layouts are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05 sequential compact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offline benchmark, then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05 sequential compact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