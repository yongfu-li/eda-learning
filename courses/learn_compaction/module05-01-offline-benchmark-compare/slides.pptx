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compaction_compare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JSON; print width_delta and legal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initial vs sequential compact metrics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python3 -c "from solvers import *; ..." in 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JSON; print width_delta and legal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offline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compaction_compare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JSON; print width_delta and legal flag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to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Compare initial vs sequential compact metrics 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Python3 -c "from solvers import *; ..." in common/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JSON; print width_delta and legal flag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wrap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