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compacted tiny_compact from width 20 to 14 under min_gap=1.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learn_pattern_matching or learn_signoff.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constraint graphs, longest-path, 1-D/2-D, jogs; continue to pattern matching or 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Width twenty to fourteen under min_gap one; sequential pass stays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learn_pattern_matching or learn_signoff.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explain the constraint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compacted tiny_compact from width 20 to 14 under min_gap=1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learn_pattern_matching or learn_signoff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constraint graphs, longest-path, 1-D/2-D, jogs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Width twenty to fourteen under min_gap one; sequential pass stays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learn_pattern_matching or learn_signoff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explain the constraint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