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synthesis you have registers on edges — retiming moves them without changing I/O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course uses tiny_retime: PI u → a → b → c → PO v plus a→c; target clock period 5; baseline registers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Leiserson–Saxe retiming: edge register counts, lag r(v), legal moves, clock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tiny_retime.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synthesis you have registers on edges , retiming moves them without changing I/O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This course uses tiny_retime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Leiserson–Saxe retiming: edge register counts, lag r(v), legal moves, clock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tiny_retime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