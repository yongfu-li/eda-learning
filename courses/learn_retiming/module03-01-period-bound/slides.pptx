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Given target period φ, a retiming is feasible if it is legal and the clock period is at most 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feas_check(data, 5, r) after forward on a: period 5 ≤ target 5 —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feas_check: legal AND period ≤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GOLDENS.periodTarget =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Period 8 &gt; 5, so baseline is not feasible for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on a: legal and P=5 ≤ 5 — feasible.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tools use W/D matrices; we only try a few retimings.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**period-bound**. Set target 5; run Check after forward on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feas_check(DATA, 5, r) with forward-on-a r; expect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legality in FEAS. Comparing to target 8 instead of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min-period search across candidate retimings.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Period bound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Given target period φ, a retiming is feasible if it is legal and the clock period is at most 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Feas_check(data, 5, r) after forward on a: period 5 ≤ target 5 ,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FEAS lite</a:t>
            </a:r>
          </a:p>
        </p:txBody>
      </p:sp>
      <p:pic>
        <p:nvPicPr>
          <p:cNvPr id="3" name="Picture 2" descr="01-f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FEAS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Target 5</a:t>
            </a:r>
          </a:p>
        </p:txBody>
      </p:sp>
      <p:pic>
        <p:nvPicPr>
          <p:cNvPr id="3" name="Picture 2" descr="02-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Target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Baseline fails</a:t>
            </a:r>
          </a:p>
        </p:txBody>
      </p:sp>
      <p:pic>
        <p:nvPicPr>
          <p:cNvPr id="3" name="Picture 2" descr="03-base-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Baseline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Forward passes</a:t>
            </a:r>
          </a:p>
        </p:txBody>
      </p:sp>
      <p:pic>
        <p:nvPicPr>
          <p:cNvPr id="3" name="Picture 2" descr="04-fwd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Forward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Full WD later</a:t>
            </a:r>
          </a:p>
        </p:txBody>
      </p:sp>
      <p:pic>
        <p:nvPicPr>
          <p:cNvPr id="3" name="Picture 2" descr="05-w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Full WD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feas_check(DATA, 5, r) with forward-on-a r; expect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legality in FEAS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Comparing to target 8 instead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min-period search across candidate retimings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period bound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