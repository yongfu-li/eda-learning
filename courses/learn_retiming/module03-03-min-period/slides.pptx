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a small candidate set of retimings — not full WD/FEAS — and pick the smallest legal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Candidates include r=0, forward on a/b, backward on c; best is forward on a with period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Lite search tries zero, forward a, backward c, forward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legal period found is 5 (forward on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improved=true because 5 &lt; baseline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solution uses 3 registers vs 2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sequential_retime(min_period) wraps the same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**min-period**. Run search; confirm best period 5 and r(a)=−1.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min_period_binary_search(DATA); assert period==5 and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backward on c helps. Expecting full LP optimality.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register/area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Min period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Search a small candidate set of retimings , not full WD/FEAS , and pick the smallest legal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Candidates include r=0, forward on a/b, backward on c; best is forward on a with period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candidates</a:t>
            </a:r>
          </a:p>
        </p:txBody>
      </p:sp>
      <p:pic>
        <p:nvPicPr>
          <p:cNvPr id="3" name="Picture 2" descr="01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Try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Best P=5</a:t>
            </a:r>
          </a:p>
        </p:txBody>
      </p:sp>
      <p:pic>
        <p:nvPicPr>
          <p:cNvPr id="3" name="Picture 2" descr="02-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Best P=5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Improved</a:t>
            </a:r>
          </a:p>
        </p:txBody>
      </p:sp>
      <p:pic>
        <p:nvPicPr>
          <p:cNvPr id="3" name="Picture 2" descr="03-im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Cost registers</a:t>
            </a:r>
          </a:p>
        </p:txBody>
      </p:sp>
      <p:pic>
        <p:nvPicPr>
          <p:cNvPr id="3" name="Picture 2" descr="04-r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Cost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Sequential API</a:t>
            </a:r>
          </a:p>
        </p:txBody>
      </p:sp>
      <p:pic>
        <p:nvPicPr>
          <p:cNvPr id="3" name="Picture 2" descr="05-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Sequential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min_period_binary_search(DATA); assert period==5 and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backward on c helps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full LP optimality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register/area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min 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