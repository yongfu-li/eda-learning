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Leiserson–Saxe form, each edge weight w is how many registers sit on that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e0 u→a has w=1; e2 b→c has w=1; zero-weight edges are combinational.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w is the number of registers on that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u→a starts with one register (w=1).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a→b is pure combo (w=0).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registers = sum of w = 2 on the starter.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r redistributes w without changing function (when legal).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**register-count**. Highlight e0 and e2; confirm total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total_registers(edges); assert sum ==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nodes instead of edges. Forgetting w on u→a.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zero-weight path delay / clock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Registers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In Leiserson–Saxe form, each edge weight w is how many registers sit on that wire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E0 u→a has w=1; e2 b→c has w=1; zero-weight edges are combinational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Weights</a:t>
            </a:r>
          </a:p>
        </p:txBody>
      </p:sp>
      <p:pic>
        <p:nvPicPr>
          <p:cNvPr id="3" name="Picture 2" descr="01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e0 has 1</a:t>
            </a:r>
          </a:p>
        </p:txBody>
      </p:sp>
      <p:pic>
        <p:nvPicPr>
          <p:cNvPr id="3" name="Picture 2" descr="02-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e0 has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e1 has 0</a:t>
            </a:r>
          </a:p>
        </p:txBody>
      </p:sp>
      <p:pic>
        <p:nvPicPr>
          <p:cNvPr id="3" name="Picture 2" descr="03-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e1 has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Sum = 2</a:t>
            </a:r>
          </a:p>
        </p:txBody>
      </p:sp>
      <p:pic>
        <p:nvPicPr>
          <p:cNvPr id="3" name="Picture 2" descr="04-s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Sum =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Retiming moves w</a:t>
            </a:r>
          </a:p>
        </p:txBody>
      </p:sp>
      <p:pic>
        <p:nvPicPr>
          <p:cNvPr id="3" name="Picture 2" descr="05-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Retiming moves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total_registers(edges); assert sum ==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nodes instead of edges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w on u→a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zero-weight path delay / clock period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learn_retiming — 03 register 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