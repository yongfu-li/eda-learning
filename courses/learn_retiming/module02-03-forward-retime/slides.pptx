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retiming pulls registers toward outputs — decrease r(v) on the chosen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forward_retime('a', r, 1) sets r(a)=−1; e0 w_r becomes 0; e1/e4 gain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retiming decreases r(v): registers move toward outputs across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node a — the first comb after the PI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r(a)=−1. Edge weights become w + r(dst) − r(src).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forward on a, period drops from 8 to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Register count rises to 3 — timing vs area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**forward-retime**. Click Forward on a; read w_r labels and period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forward_retime('a', r, 1); print apply_retime edges and clock_period.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Decreasing r on PI/PO. Applying forward on c first and breaking legality.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backward retiming on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Forward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Forward retiming pulls registers toward outputs , decrease r(v) on the chosen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Forward_retime('a', r, 1) sets r(a)=−1; e0 w_r becomes 0; e1/e4 gain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Forward −r</a:t>
            </a:r>
          </a:p>
        </p:txBody>
      </p:sp>
      <p:pic>
        <p:nvPicPr>
          <p:cNvPr id="3" name="Picture 2" descr="01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Forward −r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Pick a</a:t>
            </a:r>
          </a:p>
        </p:txBody>
      </p:sp>
      <p:pic>
        <p:nvPicPr>
          <p:cNvPr id="3" name="Picture 2" descr="02-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Apply forward</a:t>
            </a:r>
          </a:p>
        </p:txBody>
      </p:sp>
      <p:pic>
        <p:nvPicPr>
          <p:cNvPr id="3" name="Picture 2" descr="03-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Apply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Period 8→5</a:t>
            </a:r>
          </a:p>
        </p:txBody>
      </p:sp>
      <p:pic>
        <p:nvPicPr>
          <p:cNvPr id="3" name="Picture 2" descr="04-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Period 8→5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Registers 2→3</a:t>
            </a:r>
          </a:p>
        </p:txBody>
      </p:sp>
      <p:pic>
        <p:nvPicPr>
          <p:cNvPr id="3" name="Picture 2" descr="05-re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Registers 2→3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forward_retime('a', r, 1); print apply_retime edges and clock_period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Decreasing r on PI/PO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forward on c first and breaking legality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backward retiming on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forward retime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