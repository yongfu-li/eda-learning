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Retiming starts from a sequential circuit graph — not just a Boolean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Nodes carry combinational delay; edges carry register counts w. Our toy has five nodes and five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nodes: PI u, comb a/b/c, PO v, plus shortcut a→c.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Blue circle u is the primary input; red v is the primary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boxes a, b, c carry combinational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labels show register weight w. Five edges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GOLDENS: 5 nodes, 5 edges, 3 comb, 2 base registers.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**sequential-graph**. Click nodes; read delay labels and edge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tiny_retime.json; call graph_stats — expect 5 nodes, 5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edge w as delay. Confusing PO v with a comb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edge register counts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Seq graph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Retiming starts from a sequential circuit graph , not just a Boolean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Nodes carry combinational delay; edges carry register counts 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Our toy has five nodes and five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Topology</a:t>
            </a:r>
          </a:p>
        </p:txBody>
      </p:sp>
      <p:pic>
        <p:nvPicPr>
          <p:cNvPr id="3" name="Picture 2" descr="01-to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PI/PO</a:t>
            </a:r>
          </a:p>
        </p:txBody>
      </p:sp>
      <p:pic>
        <p:nvPicPr>
          <p:cNvPr id="3" name="Picture 2" descr="02-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PI/PO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Comb boxes</a:t>
            </a:r>
          </a:p>
        </p:txBody>
      </p:sp>
      <p:pic>
        <p:nvPicPr>
          <p:cNvPr id="3" name="Picture 2" descr="03-c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Comb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Five edges</a:t>
            </a:r>
          </a:p>
        </p:txBody>
      </p:sp>
      <p:pic>
        <p:nvPicPr>
          <p:cNvPr id="3" name="Picture 2" descr="04-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Five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Stats</a:t>
            </a:r>
          </a:p>
        </p:txBody>
      </p:sp>
      <p:pic>
        <p:nvPicPr>
          <p:cNvPr id="3" name="Picture 2" descr="05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tiny_retime.json; call graph_stats , expect 5 nodes, 5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edge w as delay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PO v with a comb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edge register counts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01 sequential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