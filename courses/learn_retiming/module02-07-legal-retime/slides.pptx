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retiming lag assignment r is legal only if every edge keeps a non-negative register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w_r = w + r(dst) − r(src) for e0…e4; one negative edge breaks legality.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retiming is legal iff every edge keeps non-negative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r≡0 is always legal on the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on a stays legal and improves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Backward on c alone violates 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trusting period, assert legality.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**legal-retime**. Toggle moves; green only when is_legal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is_legal after forward on a (True) and backward on c (False).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Checking only one edge. Allowing fractional or negative w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period bound / FEAS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Legal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retiming lag assignment r is legal only if every edge keeps a non-negative register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 w_r = w + r(dst) − r(src) for e0…e4; one negative edge breaks legality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All w_r ≥ 0</a:t>
            </a:r>
          </a:p>
        </p:txBody>
      </p:sp>
      <p:pic>
        <p:nvPicPr>
          <p:cNvPr id="3" name="Picture 2" descr="01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All w_r ≥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Zero is legal</a:t>
            </a:r>
          </a:p>
        </p:txBody>
      </p:sp>
      <p:pic>
        <p:nvPicPr>
          <p:cNvPr id="3" name="Picture 2" descr="02-z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Zero is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Forward a legal</a:t>
            </a:r>
          </a:p>
        </p:txBody>
      </p:sp>
      <p:pic>
        <p:nvPicPr>
          <p:cNvPr id="3" name="Picture 2" descr="03-f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Forward a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Backward c illegal</a:t>
            </a:r>
          </a:p>
        </p:txBody>
      </p:sp>
      <p:pic>
        <p:nvPicPr>
          <p:cNvPr id="3" name="Picture 2" descr="04-b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Backward c illegal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Always check</a:t>
            </a:r>
          </a:p>
        </p:txBody>
      </p:sp>
      <p:pic>
        <p:nvPicPr>
          <p:cNvPr id="3" name="Picture 2" descr="05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Always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Test is_legal after forward on a (True) and backward on c (False)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only one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Allowing fractional or negative w in the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period bound / FEAS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07 legal retime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