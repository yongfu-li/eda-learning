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Retiming trades register area for shorter clock period — same function, different register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on a: registers 2→3 (+1) but period 8→5; zero retiming keeps 2 registers at period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w is a stand-in for flip-flop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has two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on a buys P=5 for one extra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forward a, registers sit on e1, e2, e4.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 toward equivalence or 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**area-registers**. Compare baseline vs forward-on-a register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register_count at r=0 and after forward on a (2 vs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retiming always reduces registers. Ignoring period when counting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Area/regs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Retiming trades register area for shorter clock period , same function, different register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Forward 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Registers ≈ area</a:t>
            </a:r>
          </a:p>
        </p:txBody>
      </p:sp>
      <p:pic>
        <p:nvPicPr>
          <p:cNvPr id="3" name="Picture 2" descr="01-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Registers ≈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Baseline 2</a:t>
            </a:r>
          </a:p>
        </p:txBody>
      </p:sp>
      <p:pic>
        <p:nvPicPr>
          <p:cNvPr id="3" name="Picture 2" descr="02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Baseline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Timing vs area</a:t>
            </a:r>
          </a:p>
        </p:txBody>
      </p:sp>
      <p:pic>
        <p:nvPicPr>
          <p:cNvPr id="3" name="Picture 2" descr="03-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Timing vs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Where they sit</a:t>
            </a:r>
          </a:p>
        </p:txBody>
      </p:sp>
      <p:pic>
        <p:nvPicPr>
          <p:cNvPr id="3" name="Picture 2" descr="04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Where they 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Done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register_count at r=0 and after forward on a (2 vs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retiming always reduces registers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period when counting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area registers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