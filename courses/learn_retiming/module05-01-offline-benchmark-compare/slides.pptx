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sequential_retime and min_period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baseline period 8, best period 5, registers 2 vs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baseline vs min_period metrics offline on tiny_retime.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tiny_retime.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sequential_retime and min_period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baseline period 8, best period 5, registers 2 vs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baseline vs min_period metrics offline on tiny_retime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