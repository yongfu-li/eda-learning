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Clock period is the longest delay along paths that use only w=0 edges (registers break paths).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 edges e1, e3, e4 form comb segments; longest chain a→b→c hits delays 3+2+4 → period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Clock period is the longest path that only uses edges with w=0.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a→b and a→c and c→v create long zero-weight stretches.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starter, longest zero-weight delay is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want period ≤ 5 — retiming must break the long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Pushing a register onto a zero-weight edge splits the combo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**path-delay**. Trace the critical zero-weight path; read period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clock_period(data, zero_retime(data)); assert ≈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Including w=1 edges in the critical path. Summing edge delays instead of node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forward retiming on node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Path delay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Clock period is the longest delay along paths that use only w=0 edges (registers break paths)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path delay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Zero edges e1, e3, e4 form comb segments; longest chain a→b→c hits delays 3+2+4 → period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path delay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Zero-weight paths</a:t>
            </a:r>
          </a:p>
        </p:txBody>
      </p:sp>
      <p:pic>
        <p:nvPicPr>
          <p:cNvPr id="3" name="Picture 2" descr="01-z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Zero-weight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path delay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Hot path</a:t>
            </a:r>
          </a:p>
        </p:txBody>
      </p:sp>
      <p:pic>
        <p:nvPicPr>
          <p:cNvPr id="3" name="Picture 2" descr="02-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Hot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path delay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Baseline P=8</a:t>
            </a:r>
          </a:p>
        </p:txBody>
      </p:sp>
      <p:pic>
        <p:nvPicPr>
          <p:cNvPr id="3" name="Picture 2" descr="03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Baseline P=8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path delay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Target 5</a:t>
            </a:r>
          </a:p>
        </p:txBody>
      </p:sp>
      <p:pic>
        <p:nvPicPr>
          <p:cNvPr id="3" name="Picture 2" descr="04-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Target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path delay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Break with registers</a:t>
            </a:r>
          </a:p>
        </p:txBody>
      </p:sp>
      <p:pic>
        <p:nvPicPr>
          <p:cNvPr id="3" name="Picture 2" descr="05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Break with registers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path delay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path delay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clock_period(data, zero_retime(data)); assert ≈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path delay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Including w=1 edges in the critical path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Summing edge delays instead of node delays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path delay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forward retiming on node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path delay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