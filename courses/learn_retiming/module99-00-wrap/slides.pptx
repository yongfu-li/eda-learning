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retime the toy graph: w_r formula, forward on a hits period 5, register tradeoff 2→3.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learn_sta timing closure or learn_equivalence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sequential graph, w_r, forward/backward moves, legal check, min period; continue to STA or equivalence.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tiny_retime.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can retime the toy graph: w_r formula, forward on a hits period 5, register tradeoff 2→3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learn_sta timing closure or learn_equivalence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sequential graph, w_r, forward/backward moves, legal check, min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