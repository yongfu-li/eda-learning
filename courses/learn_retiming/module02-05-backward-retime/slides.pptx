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Backward retiming pushes registers toward inputs — increase r(v) on the chosen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backward_retime('c', r, 1) sets r(c)=+1; e3 w_r = 0+0−1 = −1 violates w_r ≥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Backward retiming increases r(v): registers move toward inputs across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backward on c (the slow comb, d=4).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r(c)=+1 changes outbound e3 weight to −1.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Negative weight means illegal retiming — red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Backward is valid only when every w_r stays non-negative.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**backward-retime**. Try Backward on c; see illegal flag on 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backward_retime('c', r, 1); assert not is_legal(edges, 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Assuming backward is always safe. Ignoring PO-adjacent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legal retiming check for all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Backward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Backward retiming pushes registers toward inputs , increase r(v) on the chosen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backward retime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Backward_retime('c', r, 1) sets r(c)=+1; e3 w_r = 0+0−1 = −1 violates w_r ≥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backward retime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Backward +r</a:t>
            </a:r>
          </a:p>
        </p:txBody>
      </p:sp>
      <p:pic>
        <p:nvPicPr>
          <p:cNvPr id="3" name="Picture 2" descr="01-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Backward +r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backward retime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Pick c</a:t>
            </a:r>
          </a:p>
        </p:txBody>
      </p:sp>
      <p:pic>
        <p:nvPicPr>
          <p:cNvPr id="3" name="Picture 2" descr="02-p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Pick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backward retime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Apply +1</a:t>
            </a:r>
          </a:p>
        </p:txBody>
      </p:sp>
      <p:pic>
        <p:nvPicPr>
          <p:cNvPr id="3" name="Picture 2" descr="03-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Apply 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backward retime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Illegal edge</a:t>
            </a:r>
          </a:p>
        </p:txBody>
      </p:sp>
      <p:pic>
        <p:nvPicPr>
          <p:cNvPr id="3" name="Picture 2" descr="04-ill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Illegal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backward retime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Not every move</a:t>
            </a:r>
          </a:p>
        </p:txBody>
      </p:sp>
      <p:pic>
        <p:nvPicPr>
          <p:cNvPr id="3" name="Picture 2" descr="05-les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Not every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backward retime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backward retime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backward_retime('c', r, 1); assert not is_legal(edges, 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backward retime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Assuming backward is always safe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PO-adjacent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backward retime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legal retiming check for all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05 backward retime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