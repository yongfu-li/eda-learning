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Plasma etch charge scales with exposed metal — toy uses Q=k×metal.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charge_n1=25.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 = k × metal_area; k=1 on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metal 25 → Q=25.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n2 Q=8.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 Q=45.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charge_n1=25.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**charge-accumulation**. Confirm Q on n1=25.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charge_by_net(); assert charge['n1']==25.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ratio instead of metal for Q. Wrong k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threshold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Charge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Plasma etch charge scales with exposed metal , toy uses Q=k×metal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charge accumulation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charge_n1=25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charge accumulation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Charge k</a:t>
            </a:r>
          </a:p>
        </p:txBody>
      </p:sp>
      <p:pic>
        <p:nvPicPr>
          <p:cNvPr id="3" name="Picture 2" descr="01-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Charge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charge accumulation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n1 Q</a:t>
            </a:r>
          </a:p>
        </p:txBody>
      </p:sp>
      <p:pic>
        <p:nvPicPr>
          <p:cNvPr id="3" name="Picture 2" descr="02-n1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n1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charge accumulation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n2 Q</a:t>
            </a:r>
          </a:p>
        </p:txBody>
      </p:sp>
      <p:pic>
        <p:nvPicPr>
          <p:cNvPr id="3" name="Picture 2" descr="03-n2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n2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charge accumulation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n3 Q</a:t>
            </a:r>
          </a:p>
        </p:txBody>
      </p:sp>
      <p:pic>
        <p:nvPicPr>
          <p:cNvPr id="3" name="Picture 2" descr="04-n3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n3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charge accumulation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charge accumulation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charge accumulation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charge_by_net(); assert charge['n1']==25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charge accumulation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ratio instead of metal for Q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k constant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charge accumulation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threshold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charge accumulation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