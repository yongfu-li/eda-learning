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Signoff antenna emits one marker per violating net (after diode).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marker_count=1 on tiny_antenna.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ratio hit becomes a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ratio 25 &gt;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n3 protected by diode — no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kind=antenna_ratio on each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marker_count=1.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**antenna-markers**. Run collect; confirm 1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collect_markers(); assert count==1.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raw violations. Missing diode waiver.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antenna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Markers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Signoff antenna emits one marker per violating net (after diode)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antenna markers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marker_count=1 on tiny_antenna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antenna markers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Violations</a:t>
            </a:r>
          </a:p>
        </p:txBody>
      </p:sp>
      <p:pic>
        <p:nvPicPr>
          <p:cNvPr id="3" name="Picture 2" descr="01-vi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Violations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antenna markers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n1 marker</a:t>
            </a:r>
          </a:p>
        </p:txBody>
      </p:sp>
      <p:pic>
        <p:nvPicPr>
          <p:cNvPr id="3" name="Picture 2" descr="02-n1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n1 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antenna markers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n3 skipped</a:t>
            </a:r>
          </a:p>
        </p:txBody>
      </p:sp>
      <p:pic>
        <p:nvPicPr>
          <p:cNvPr id="3" name="Picture 2" descr="03-n3sk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n3 skipped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antenna markers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Kind</a:t>
            </a:r>
          </a:p>
        </p:txBody>
      </p:sp>
      <p:pic>
        <p:nvPicPr>
          <p:cNvPr id="3" name="Picture 2" descr="04-k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Kind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antenna markers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antenna markers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antenna markers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collect_markers(); assert count==1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antenna markers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raw violations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diode waiver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antenna markers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antenna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antenna markers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