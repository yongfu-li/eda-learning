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tiny engine chains area, ratio, charge, violations, jumper, 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ratios, violations=1, markers=1, jumper n1=0,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gates, 4 metals, 3 nets.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n1=25, n2=4, n3=45.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diode: 1 violation on n1.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Jumper demo: n1 ratio →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engine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**antenna-engine**. Run engine; confirm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antenna_engine(); assert ok and markers.count==1.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Reporting partial checks. Changing toy without updating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offline compare, then wrap.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Engine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tiny engine chains area, ratio, charge, violations, jumper, markers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antenna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ratios, violations=1, markers=1, jumper n1=0, ok=True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antenna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Stats</a:t>
            </a:r>
          </a:p>
        </p:txBody>
      </p:sp>
      <p:pic>
        <p:nvPicPr>
          <p:cNvPr id="3" name="Picture 2" descr="01-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antenna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Ratios</a:t>
            </a:r>
          </a:p>
        </p:txBody>
      </p:sp>
      <p:pic>
        <p:nvPicPr>
          <p:cNvPr id="3" name="Picture 2" descr="02-rat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Ratios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antenna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Violations</a:t>
            </a:r>
          </a:p>
        </p:txBody>
      </p:sp>
      <p:pic>
        <p:nvPicPr>
          <p:cNvPr id="3" name="Picture 2" descr="03-vi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Violations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antenna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Jumper</a:t>
            </a:r>
          </a:p>
        </p:txBody>
      </p:sp>
      <p:pic>
        <p:nvPicPr>
          <p:cNvPr id="3" name="Picture 2" descr="04-j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Jumper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antenna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OK</a:t>
            </a:r>
          </a:p>
        </p:txBody>
      </p:sp>
      <p:pic>
        <p:nvPicPr>
          <p:cNvPr id="3" name="Picture 2" descr="05-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antenna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antenna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antenna_engine(); assert ok and markers.count==1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antenna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Reporting partial checks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Changing toy without updating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antenna engine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offline compare, then wrap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01 antenna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