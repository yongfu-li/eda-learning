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ERC you still need antenna rules — metal/gate ratio, charge, diodes, jumpers.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tiny_antenna: n1 ratio 25, n3 diode, jumper breaks n1 → 1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tiny_antenna: n1 ratio 25, n3 diode, jumper breaks n1 metal → 1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Metal → gate → ratio → charge → threshold → diode → jumper → markers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metal area per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ERC you still need antenna rules , metal/gate ratio, charge, diodes, jumpers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tiny_antenna: n1 ratio 25, n3 diode, jumper breaks n1 → 1 marker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Tiny_antenna: n1 ratio 25, n3 diode, jumper breaks n1 metal → 1 marker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Metal → gate → ratio → charge → threshold → diode → jumper → markers →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metal area per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