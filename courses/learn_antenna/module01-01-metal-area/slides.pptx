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Antenna checks start by summing metal area on each 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metal_area n1=25.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 metal area per net from layer shapes.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n1 has one layer-2 metal m1 area 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n2 metal m2 area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n3 metals m3+m3b sum to 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metal_area n1=25.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**metal-area**. Inspect tiny_antenna; confirm n1 metal=25.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metal_area_by_net(); assert area['n1']==25.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Double-counting after jumper cap. Ignoring layer filter.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gate area per 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Metal area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Antenna checks start by summing metal area on each 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01 metal area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metal_area n1=25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01 metal area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Sum metal</a:t>
            </a:r>
          </a:p>
        </p:txBody>
      </p:sp>
      <p:pic>
        <p:nvPicPr>
          <p:cNvPr id="3" name="Picture 2" descr="01-s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Sum metal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01 metal area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Net n1</a:t>
            </a:r>
          </a:p>
        </p:txBody>
      </p:sp>
      <p:pic>
        <p:nvPicPr>
          <p:cNvPr id="3" name="Picture 2" descr="02-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Net n1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01 metal area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Net n2</a:t>
            </a:r>
          </a:p>
        </p:txBody>
      </p:sp>
      <p:pic>
        <p:nvPicPr>
          <p:cNvPr id="3" name="Picture 2" descr="03-n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Net n2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01 metal area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Net n3</a:t>
            </a:r>
          </a:p>
        </p:txBody>
      </p:sp>
      <p:pic>
        <p:nvPicPr>
          <p:cNvPr id="3" name="Picture 2" descr="04-n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Net n3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01 metal area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01 metal area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01 metal area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metal_area_by_net(); assert area['n1']==25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01 metal area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Double-counting after jumper cap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Ignoring layer filter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01 metal area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gate area per 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01 metal area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