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Antenna ratio divides metal area by gate area on the same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gate_area n1=1.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gate polygon contributes area on its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g1 on n1 area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g2 on n2 area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g3 on n3 area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gate_area n1=1.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**gate-area**. Confirm n1 gate area=1.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gate_area_by_net(); assert area['n1']==1.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gate count with gate area. Using wrong net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antenna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Gate area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Antenna ratio divides metal area by gate area on the same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gate_area n1=1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Gate shapes</a:t>
            </a:r>
          </a:p>
        </p:txBody>
      </p:sp>
      <p:pic>
        <p:nvPicPr>
          <p:cNvPr id="3" name="Picture 2" descr="01-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Gate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n1 gate</a:t>
            </a:r>
          </a:p>
        </p:txBody>
      </p:sp>
      <p:pic>
        <p:nvPicPr>
          <p:cNvPr id="3" name="Picture 2" descr="02-n1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n1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n2 gate</a:t>
            </a:r>
          </a:p>
        </p:txBody>
      </p:sp>
      <p:pic>
        <p:nvPicPr>
          <p:cNvPr id="3" name="Picture 2" descr="03-n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n2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n3 gate</a:t>
            </a:r>
          </a:p>
        </p:txBody>
      </p:sp>
      <p:pic>
        <p:nvPicPr>
          <p:cNvPr id="3" name="Picture 2" descr="04-n3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n3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gate_area_by_net(); assert area['n1']==1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gate count with gate area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wrong net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antenna ratio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learn_antenna — 03 gate area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