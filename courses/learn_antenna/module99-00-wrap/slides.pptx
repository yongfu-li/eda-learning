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tiny_antenna: n1 ratio 25; n3 diode; 1 marker; jumper clears n1.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metal/gate area, ratio, charge, threshold, diode, jumper, markers,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ratio 25; raw viol=2; after diode=1; marker=1; jumper n1=0;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diode and jumper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tiny_antenna: n1 ratio 25; n3 diode; 1 marker; jumper clears n1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metal/gate area, ratio, charge, threshold, diode, jumper, markers,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N1 ratio 25; raw viol=2; after diode=1; marker=1; jumper n1=0;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diode and jumper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