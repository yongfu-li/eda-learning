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violations before diode protection: any ratio above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raw_violation_count=2 (n1, 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limit_ratio=10; flag ratio &gt;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ratio 25 &gt; 10 —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ratio 4 ≤ 10 —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ratio 45 &gt; 10 —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raw violations=2 (n1,n3).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**threshold-rules**. Run raw check; confirm 2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find_violations(apply_diodes=False); assert count==2.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diodes too early. Using charge instead of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diode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Threshold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Raw violations before diode protection: any ratio above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raw_violation_count=2 (n1, n3)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Limit</a:t>
            </a:r>
          </a:p>
        </p:txBody>
      </p:sp>
      <p:pic>
        <p:nvPicPr>
          <p:cNvPr id="3" name="Picture 2" descr="01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fail</a:t>
            </a:r>
          </a:p>
        </p:txBody>
      </p:sp>
      <p:pic>
        <p:nvPicPr>
          <p:cNvPr id="3" name="Picture 2" descr="02-n1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n2 ok</a:t>
            </a:r>
          </a:p>
        </p:txBody>
      </p:sp>
      <p:pic>
        <p:nvPicPr>
          <p:cNvPr id="3" name="Picture 2" descr="03-n2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n2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fail</a:t>
            </a:r>
          </a:p>
        </p:txBody>
      </p:sp>
      <p:pic>
        <p:nvPicPr>
          <p:cNvPr id="3" name="Picture 2" descr="04-n3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find_violations(apply_diodes=False); assert count==2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diodes too early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charge instead of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diode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threshold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