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Foundry diode cells waive antenna on protected nets — n3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violation_count=1 (n1 only after diode).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d1 on n3 protects that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Protected nets skip ratio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ratio 25 still violates.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waived by diode.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violations=1 (n1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**diode-protection**. Confirm only n1 violates.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find_violations(apply_diodes=True); assert count==1 and hits[0]['net']=='n1'.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to apply diode list. Still flagging n3.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jumper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diode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Foundry diode cells waive antenna on protected nets , n3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violation_count=1 (n1 only after diode)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Protect diode</a:t>
            </a:r>
          </a:p>
        </p:txBody>
      </p:sp>
      <p:pic>
        <p:nvPicPr>
          <p:cNvPr id="3" name="Picture 2" descr="01-d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Protect diode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Skip protected</a:t>
            </a:r>
          </a:p>
        </p:txBody>
      </p:sp>
      <p:pic>
        <p:nvPicPr>
          <p:cNvPr id="3" name="Picture 2" descr="02-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Skip 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n1 still</a:t>
            </a:r>
          </a:p>
        </p:txBody>
      </p:sp>
      <p:pic>
        <p:nvPicPr>
          <p:cNvPr id="3" name="Picture 2" descr="03-n1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n1 still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n3 waived</a:t>
            </a:r>
          </a:p>
        </p:txBody>
      </p:sp>
      <p:pic>
        <p:nvPicPr>
          <p:cNvPr id="3" name="Picture 2" descr="04-n3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n3 waived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find_violations(apply_diodes=True); assert count==1 and hits[0]['net']=='n1'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apply diode 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Still flagging n3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jumper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diode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