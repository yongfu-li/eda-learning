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antenna_compare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tiny_antenna.json; print ratio_n1, violation_count, marker_count,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antenna_compare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antenna_compare; print(antenna_compare())"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tiny_antenna.json; print ratio_n1, violation_count, marker_count,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antenna_compare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tiny_antenna.json; print ratio_n1, violation_count, marker_count,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antenna_compare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antenna_compare; print(antenna_compare())"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tiny_antenna.json; print ratio_n1, violation_count, marker_count,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