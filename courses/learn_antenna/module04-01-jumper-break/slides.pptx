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jumper on lower metal breaks antenna path — drops high-layer metal.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jumper on n1 max_layer=1 → ratio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Jumper caps max metal layer on a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ratio 25 with layer-2 metal.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max_layer=1 drops m1 (layer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metal area 0 → ratio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jumper_n1_ratio=0.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**jumper-break**. Apply jumper; confirm n1 ratio=0.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jumper_effect(); assert after_ratio==0.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filtering by layer. Applying jumper to wrong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antenna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jumper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jumper on lower metal breaks antenna path , drops high-layer metal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jumper on n1 max_layer=1 → ratio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Add jumper</a:t>
            </a:r>
          </a:p>
        </p:txBody>
      </p:sp>
      <p:pic>
        <p:nvPicPr>
          <p:cNvPr id="3" name="Picture 2" descr="01-jum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Add jumper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Before</a:t>
            </a:r>
          </a:p>
        </p:txBody>
      </p:sp>
      <p:pic>
        <p:nvPicPr>
          <p:cNvPr id="3" name="Picture 2" descr="02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Cap L1</a:t>
            </a:r>
          </a:p>
        </p:txBody>
      </p:sp>
      <p:pic>
        <p:nvPicPr>
          <p:cNvPr id="3" name="Picture 2" descr="03-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Cap L1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After</a:t>
            </a:r>
          </a:p>
        </p:txBody>
      </p:sp>
      <p:pic>
        <p:nvPicPr>
          <p:cNvPr id="3" name="Picture 2" descr="04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jumper_effect(); assert after_ratio==0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Not filtering by layer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Applying jumper to wrong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antenna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jumper break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