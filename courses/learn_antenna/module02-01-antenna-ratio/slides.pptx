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Foundry antenna rules compare metal exposure to gate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n1=25, n2=4, n3=45.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ratio = metal_area / gate_area per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n1: 25/1 = 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n2: 8/2 =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n3: 45/1 = 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n1=25, n2=4, n3=45.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**antenna-ratio**. Confirm the three golden ratios.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antenna_ratios(); assert ratios['n1']==25, ratios['n2']==4, ratios['n3']==45.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Dividing gate/metal. Forgetting multi-layer metal 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charge accumulation.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ratio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Foundry antenna rules compare metal exposure to gate area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antenna ratio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n1=25, n2=4, n3=45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antenna ratio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Ratio formula</a:t>
            </a:r>
          </a:p>
        </p:txBody>
      </p:sp>
      <p:pic>
        <p:nvPicPr>
          <p:cNvPr id="3" name="Picture 2" descr="01-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Ratio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antenna ratio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n1</a:t>
            </a:r>
          </a:p>
        </p:txBody>
      </p:sp>
      <p:pic>
        <p:nvPicPr>
          <p:cNvPr id="3" name="Picture 2" descr="02-n1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antenna ratio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n2</a:t>
            </a:r>
          </a:p>
        </p:txBody>
      </p:sp>
      <p:pic>
        <p:nvPicPr>
          <p:cNvPr id="3" name="Picture 2" descr="03-n2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antenna ratio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n3</a:t>
            </a:r>
          </a:p>
        </p:txBody>
      </p:sp>
      <p:pic>
        <p:nvPicPr>
          <p:cNvPr id="3" name="Picture 2" descr="04-n3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antenna ratio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antenna ratio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antenna ratio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antenna_ratios(); assert ratios['n1']==25, ratios['n2']==4, ratios['n3']==45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antenna ratio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Dividing gate/metal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multi-layer metal sum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antenna ratio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charge accumulation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antenna ratio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