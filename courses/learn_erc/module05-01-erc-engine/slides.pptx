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tiny engine chains every ERC check and reports ok when goldens 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floating=1, undriven=1, multi=1, short=1, well=1, markers=5, ok=True.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 nets / 4 instances.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float_n + u2.A.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 fight + vdd↔vss short.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nw1 nwell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engine ok=True.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**erc-engine**. Run engine; confirm 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erc_engine(); assert ok and markers.count==5.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Reporting partial checks. Changing the toy without updating goldens.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offline compare, then wrap.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engine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A tiny engine chains every ERC check and reports ok when goldens match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01 erc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floating=1, undriven=1, multi=1, short=1, well=1, markers=5, ok=True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01 erc engine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Stats</a:t>
            </a:r>
          </a:p>
        </p:txBody>
      </p:sp>
      <p:pic>
        <p:nvPicPr>
          <p:cNvPr id="3" name="Picture 2" descr="01-st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Stats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01 erc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Float+undrv</a:t>
            </a:r>
          </a:p>
        </p:txBody>
      </p:sp>
      <p:pic>
        <p:nvPicPr>
          <p:cNvPr id="3" name="Picture 2" descr="02-f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Float+undrv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01 erc engine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Multi+short</a:t>
            </a:r>
          </a:p>
        </p:txBody>
      </p:sp>
      <p:pic>
        <p:nvPicPr>
          <p:cNvPr id="3" name="Picture 2" descr="03-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Multi+short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01 erc engine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Well</a:t>
            </a:r>
          </a:p>
        </p:txBody>
      </p:sp>
      <p:pic>
        <p:nvPicPr>
          <p:cNvPr id="3" name="Picture 2" descr="04-w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01 erc engine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OK</a:t>
            </a:r>
          </a:p>
        </p:txBody>
      </p:sp>
      <p:pic>
        <p:nvPicPr>
          <p:cNvPr id="3" name="Picture 2" descr="05-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01 erc engine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01 erc engine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erc_engine(); assert ok and markers.count==5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01 erc engine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Reporting partial checks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Changing the toy without updating goldens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01 erc engine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offline compare, then wrap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01 erc engine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