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erc_compare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tiny_erc.json; print net_count, floating_count,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erc_compare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erc_compare; print(erc_compare())"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tiny_erc.json; print net_count, floating_count,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erc_compare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tiny_erc.json; print net_count, floating_count,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erc_compare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erc_compare; print(erc_compare())"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tiny_erc.json; print net_count, floating_count,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