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hard short between vdd and vss is catastrophic ERC.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supply_short_count=1 via short1.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short1 is a SHORT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P1→vdd, P2→vss.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and ground both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 the short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supply_short_count=1.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**supply-shorts**. Confirm short1 bridges vdd↔vss.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find_supply_shorts(); assert 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normal INV VDD/VSS as a short. Missing SHORT cell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well/substrate 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shorts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hard short between vdd and vss is catastrophic ERC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supply_short_count=1 via short1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SHORT cell</a:t>
            </a:r>
          </a:p>
        </p:txBody>
      </p:sp>
      <p:pic>
        <p:nvPicPr>
          <p:cNvPr id="3" name="Picture 2" descr="01-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SHORT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Pins</a:t>
            </a:r>
          </a:p>
        </p:txBody>
      </p:sp>
      <p:pic>
        <p:nvPicPr>
          <p:cNvPr id="3" name="Picture 2" descr="02-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Kinds</a:t>
            </a:r>
          </a:p>
        </p:txBody>
      </p:sp>
      <p:pic>
        <p:nvPicPr>
          <p:cNvPr id="3" name="Picture 2" descr="03-ki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Flag</a:t>
            </a:r>
          </a:p>
        </p:txBody>
      </p:sp>
      <p:pic>
        <p:nvPicPr>
          <p:cNvPr id="3" name="Picture 2" descr="04-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find_supply_shorts(); assert 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normal INV VDD/VSS as a short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SHORT cell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well/substrate 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supply shorts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