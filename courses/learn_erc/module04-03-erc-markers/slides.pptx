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Signoff ERC emits markers — one record per violation class hit.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marker_count=5 on tiny_erc.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floating marker on float_n.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undriven marker on u2.A.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multi-driven marker on 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Supply short + well error markers.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marker_count=5.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**erc-markers**. Run collect; confirm 5 markers.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collect_markers(); assert count==5.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Double-counting float as two markers incorrectly in the golden. Missing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erc_engine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markers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Signoff ERC emits markers , one record per violation class hit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erc markers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marker_count=5 on tiny_erc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erc markers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Floating m</a:t>
            </a:r>
          </a:p>
        </p:txBody>
      </p:sp>
      <p:pic>
        <p:nvPicPr>
          <p:cNvPr id="3" name="Picture 2" descr="01-flo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Floating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erc markers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Undriven m</a:t>
            </a:r>
          </a:p>
        </p:txBody>
      </p:sp>
      <p:pic>
        <p:nvPicPr>
          <p:cNvPr id="3" name="Picture 2" descr="02-undr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Undriven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erc markers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Multi m</a:t>
            </a:r>
          </a:p>
        </p:txBody>
      </p:sp>
      <p:pic>
        <p:nvPicPr>
          <p:cNvPr id="3" name="Picture 2" descr="03-mul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Multi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erc markers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Short+well</a:t>
            </a:r>
          </a:p>
        </p:txBody>
      </p:sp>
      <p:pic>
        <p:nvPicPr>
          <p:cNvPr id="3" name="Picture 2" descr="04-s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Short+well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erc markers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Count 5</a:t>
            </a:r>
          </a:p>
        </p:txBody>
      </p:sp>
      <p:pic>
        <p:nvPicPr>
          <p:cNvPr id="3" name="Picture 2" descr="05-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Count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erc markers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erc markers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collect_markers(); assert count==5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erc markers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Double-counting float as two markers incorrectly in the golden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Missing 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erc markers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erc_engine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erc markers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