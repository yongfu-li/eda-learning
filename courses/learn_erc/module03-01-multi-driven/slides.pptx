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outputs on one net is a fight — multi-driven ERC.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multi_driven_nets=['z'] from u2.Y and u3.Y.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net, count dir=out pins.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when drivers ≥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u2.Y and u3.Y both drive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 has a single driver —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multi_driven_count=1.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**multi-driven**. Select z; confirm multi-driven.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find_multi_driven(); assert nets==['z'].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power pins as drivers. Flagging single-driver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supply shorts.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multi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Two outputs on one net is a fight , multi-driven ERC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multi driven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multi_driven_nets=['z'] from u2.Y and u3.Y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multi driven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 drivers</a:t>
            </a:r>
          </a:p>
        </p:txBody>
      </p:sp>
      <p:pic>
        <p:nvPicPr>
          <p:cNvPr id="3" name="Picture 2" descr="01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multi driven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Threshold</a:t>
            </a:r>
          </a:p>
        </p:txBody>
      </p:sp>
      <p:pic>
        <p:nvPicPr>
          <p:cNvPr id="3" name="Picture 2" descr="02-t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multi driven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z fight</a:t>
            </a:r>
          </a:p>
        </p:txBody>
      </p:sp>
      <p:pic>
        <p:nvPicPr>
          <p:cNvPr id="3" name="Picture 2" descr="03-f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z fight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multi driven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 ok</a:t>
            </a:r>
          </a:p>
        </p:txBody>
      </p:sp>
      <p:pic>
        <p:nvPicPr>
          <p:cNvPr id="3" name="Picture 2" descr="04-y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y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multi driven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multi driven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multi driven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find_multi_driven(); assert nets==['z']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multi driven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power pins as drivers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Flagging single-driver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multi driven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supply shorts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multi driven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