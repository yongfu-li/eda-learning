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SPICE you still need electrical rules — floating gates, multi-drive, supply shorts, wells.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tiny_erc: INV/BUF/SHORT + bad nwell → 5 ERC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tiny_erc: u1 INV, u2 INV on float_n, u3 BUF fighting z, short1 vdd↔vss, bad nwell.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→ drivers → floating → undriven → multi → shorts → wells → markers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netlist connectivity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SPICE you still need electrical rules , floating gates, multi-drive, supply shorts, wells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tiny_erc: INV/BUF/SHORT + bad nwell → 5 ERC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Tiny_erc: u1 INV, u2 INV on float_n, u3 BUF fighting z, short1 vdd↔vss, bad nwell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Graph → drivers → floating → undriven → multi → shorts → wells → markers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netlist connectivity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