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ERC starts from a connectivity graph — instances, nets, and pin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8 nets, 4 instances, 14 pin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nets: supplies, ports, float_n, z, well_n.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instances: u1, u2, u3, short1.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pin attachment is an inst–net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pins on u1 INV: A,Y,VDD,VSS.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edge_count=14.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**netlist-graph**. Inspect tiny_erc; confirm 8 nets and 14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design_stats() and build_connectivity(); assert net_count==8, edge_count==14.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wells as instances. Double-counting supply pins.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classify drivers vs 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graph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ERC starts from a connectivity graph , instances, nets, and pin edges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netlist graph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8 nets, 4 instances, 14 pin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netlist graph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Nets</a:t>
            </a:r>
          </a:p>
        </p:txBody>
      </p:sp>
      <p:pic>
        <p:nvPicPr>
          <p:cNvPr id="3" name="Picture 2" descr="01-n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netlist graph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Instances</a:t>
            </a:r>
          </a:p>
        </p:txBody>
      </p:sp>
      <p:pic>
        <p:nvPicPr>
          <p:cNvPr id="3" name="Picture 2" descr="02-in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Instances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netlist graph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Edges</a:t>
            </a:r>
          </a:p>
        </p:txBody>
      </p:sp>
      <p:pic>
        <p:nvPicPr>
          <p:cNvPr id="3" name="Picture 2" descr="03-ed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netlist graph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Walk</a:t>
            </a:r>
          </a:p>
        </p:txBody>
      </p:sp>
      <p:pic>
        <p:nvPicPr>
          <p:cNvPr id="3" name="Picture 2" descr="04-wal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netlist graph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Count</a:t>
            </a:r>
          </a:p>
        </p:txBody>
      </p:sp>
      <p:pic>
        <p:nvPicPr>
          <p:cNvPr id="3" name="Picture 2" descr="05-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netlist graph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netlist graph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design_stats() and build_connectivity(); assert net_count==8, edge_count==14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netlist graph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wells as instances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Double-counting supply pins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netlist graph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classify drivers vs loads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netlist 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