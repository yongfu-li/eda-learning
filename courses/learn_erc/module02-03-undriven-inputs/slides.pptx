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Undriven inputs are the pin-level view of floating connectivity.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one hit — u2.A on float_n.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every input pin attachment.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Skip if the net already has a driver.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Primary input ports are allowed undriven.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u2.A on float_n is the golden hit.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undriven_count=1.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**undriven-inputs**. Confirm u2.A undriven.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find_undriven_inputs(); assert count==1 and hits[0].net=='float_n'.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Flagging port a as undriven. Missing the float_n 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multi-driven nets.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undriven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Undriven inputs are the pin-level view of floating connectivity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03 undriven inputs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one hit , u2.A on float_n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03 undriven inputs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Scan loads</a:t>
            </a:r>
          </a:p>
        </p:txBody>
      </p:sp>
      <p:pic>
        <p:nvPicPr>
          <p:cNvPr id="3" name="Picture 2" descr="01-sc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Scan loads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03 undriven inputs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Driver?</a:t>
            </a:r>
          </a:p>
        </p:txBody>
      </p:sp>
      <p:pic>
        <p:nvPicPr>
          <p:cNvPr id="3" name="Picture 2" descr="02-dr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Driver?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03 undriven inputs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Primary in</a:t>
            </a:r>
          </a:p>
        </p:txBody>
      </p:sp>
      <p:pic>
        <p:nvPicPr>
          <p:cNvPr id="3" name="Picture 2" descr="03-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Primary 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03 undriven inputs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Hit</a:t>
            </a:r>
          </a:p>
        </p:txBody>
      </p:sp>
      <p:pic>
        <p:nvPicPr>
          <p:cNvPr id="3" name="Picture 2" descr="04-h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Hit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03 undriven inputs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Count</a:t>
            </a:r>
          </a:p>
        </p:txBody>
      </p:sp>
      <p:pic>
        <p:nvPicPr>
          <p:cNvPr id="3" name="Picture 2" descr="05-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Count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03 undriven inputs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03 undriven inputs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find_undriven_inputs(); assert count==1 and hits[0].net=='float_n'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03 undriven inputs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Flagging port a as undriven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Missing the float_n load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03 undriven inputs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multi-driven nets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03 undriven inputs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