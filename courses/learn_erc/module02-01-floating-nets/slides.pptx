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floating net has loads but no driver — classic ERC fail.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floating_nets=['float_n'], count=1.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float_n has zero output pins.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u2.A loads float_n.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float_n is not a primary 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float_n is not vdd/vss.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floating_count=1.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**floating-nets**. Select float_n; run floating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find_floating_nets(); assert nets==['float_n'].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Flagging primary inputs as floating. Ignoring unused well nets.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undriven inputs.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floating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 floating net has loads but no driver , classic ERC fail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floating nets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floating_nets=['float_n'], count=1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floating nets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No driver</a:t>
            </a:r>
          </a:p>
        </p:txBody>
      </p:sp>
      <p:pic>
        <p:nvPicPr>
          <p:cNvPr id="3" name="Picture 2" descr="01-nodr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No driver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floating nets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Has load</a:t>
            </a:r>
          </a:p>
        </p:txBody>
      </p:sp>
      <p:pic>
        <p:nvPicPr>
          <p:cNvPr id="3" name="Picture 2" descr="02-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Has 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floating nets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Not port</a:t>
            </a:r>
          </a:p>
        </p:txBody>
      </p:sp>
      <p:pic>
        <p:nvPicPr>
          <p:cNvPr id="3" name="Picture 2" descr="03-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Not 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floating nets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Not supply</a:t>
            </a:r>
          </a:p>
        </p:txBody>
      </p:sp>
      <p:pic>
        <p:nvPicPr>
          <p:cNvPr id="3" name="Picture 2" descr="04-s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Not supply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floating nets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floating nets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floating nets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find_floating_nets(); assert nets==['float_n']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floating nets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Flagging primary inputs as floating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Ignoring unused well nets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floating nets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undriven inputs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01 floating nets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