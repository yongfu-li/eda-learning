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ERC needs drivers and loads — output pins drive; input pins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z has 2 drivers; float_n has 0 drivers and 1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 pins are drivers (dir=out).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pins are loads (dir=in).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z: u2.Y and u3.Y — two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float_n: zero drivers, one load (u2.A).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float_n drivers=0, z drivers=2.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**drivers-loads**. Confirm z has 2 drivers and float_n has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drivers_and_loads(); assert len(by_net['z']['drivers'])==2.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power pins as drivers. Ignoring SHORT io pins.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floating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drivers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ERC needs drivers and loads , output pins drive; input pins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z has 2 drivers; float_n has 0 drivers and 1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Out pins</a:t>
            </a:r>
          </a:p>
        </p:txBody>
      </p:sp>
      <p:pic>
        <p:nvPicPr>
          <p:cNvPr id="3" name="Picture 2" descr="01-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Out 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 pins</a:t>
            </a:r>
          </a:p>
        </p:txBody>
      </p:sp>
      <p:pic>
        <p:nvPicPr>
          <p:cNvPr id="3" name="Picture 2" descr="02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 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z drivers</a:t>
            </a:r>
          </a:p>
        </p:txBody>
      </p:sp>
      <p:pic>
        <p:nvPicPr>
          <p:cNvPr id="3" name="Picture 2" descr="03-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z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float</a:t>
            </a:r>
          </a:p>
        </p:txBody>
      </p:sp>
      <p:pic>
        <p:nvPicPr>
          <p:cNvPr id="3" name="Picture 2" descr="04-fl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drivers_and_loads(); assert len(by_net['z']['drivers'])==2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power pins as drivers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SHORT io pins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floating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drivers 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