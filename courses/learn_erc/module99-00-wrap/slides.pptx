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You checked tiny_erc: 5 markers; float_n; z multi-drive; vdd↔vss short; bad nwell.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Natural next: learn_antenna or learn_power.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Recap graph, floating, undriven, multi-drive, shorts, wells, markers, engine.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8 nets; 14 edges; floating float_n; multi z; short1; nw1; markers=5; engine 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Natural next: learn_antenna or learn_power.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Mark the wrap done when you can list the five ERC marker kinds.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Wrap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You checked tiny_erc: 5 markers; float_n; z multi-drive; vdd↔vss short; bad nwell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learn_erc — 00 wrap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Natural next: learn_antenna or learn_power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learn_erc — 00 wrap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Recap graph, floating, undriven, multi-drive, shorts, wells, markers,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learn_erc — 00 wrap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Goldens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8 nets; 14 edges; floating float_n; multi z; short1; nw1; markers=5; engine 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learn_erc — 00 wrap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quiz for this part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Natural next: learn_antenna or learn_power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learn_erc — 00 wrap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Close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Mark the wrap done when you can list the five ERC marker kinds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learn_erc — 00 wrap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