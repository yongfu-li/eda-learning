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Wells must tie to the right rail — nwell→power, pwell→ground.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well_error_count=1 — nw1 nwell tied to vss.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nwell must tie to a power supply.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nw1.tied_to = vss (ground) —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Expected power (vdd).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pwell would require 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well_error_count=1.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**well-substrate**. Confirm nw1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find_well_errors(); assert count==1.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Accepting nwell→vss. Ignoring well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collect ERC markers.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wells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Wells must tie to the right rail , nwell→power, pwell→ground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well substrate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well_error_count=1 , nw1 nwell tied to vss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well substrate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nwell rule</a:t>
            </a:r>
          </a:p>
        </p:txBody>
      </p:sp>
      <p:pic>
        <p:nvPicPr>
          <p:cNvPr id="3" name="Picture 2" descr="01-nw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nwell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well substrate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Bad tie</a:t>
            </a:r>
          </a:p>
        </p:txBody>
      </p:sp>
      <p:pic>
        <p:nvPicPr>
          <p:cNvPr id="3" name="Picture 2" descr="02-b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Bad tie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well substrate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Expected</a:t>
            </a:r>
          </a:p>
        </p:txBody>
      </p:sp>
      <p:pic>
        <p:nvPicPr>
          <p:cNvPr id="3" name="Picture 2" descr="03-ex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Expected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well substrate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pwell note</a:t>
            </a:r>
          </a:p>
        </p:txBody>
      </p:sp>
      <p:pic>
        <p:nvPicPr>
          <p:cNvPr id="3" name="Picture 2" descr="04-pw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pwell note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well substrate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well substrate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well substrate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find_well_errors(); assert count==1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well substrate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Accepting nwell→vss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Ignoring well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well substrate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collect ERC markers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well substrate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