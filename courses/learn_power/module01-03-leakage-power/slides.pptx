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 leakage current times supply voltage gives Pleak.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plk_n1=0.1.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Pleak = Ileak · V per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n1: Ileak=0.1, V=1 → Pleak=0.1.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n2: Ileak=0.05 → Pleak=0.05.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n3: Ileak=0.2 → Pleak=0.2.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plk_n1=0.1; chip_plk=0.35.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**leakage-power**. Confirm n1 Pleak=0.1.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leakage_power(); assert by_net['n1']==0.1.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Ileak with switching alpha. Wrong voltage.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total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leakage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Static leakage current times supply voltage gives Pleak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plk_n1=0.1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Pleak formula</a:t>
            </a:r>
          </a:p>
        </p:txBody>
      </p:sp>
      <p:pic>
        <p:nvPicPr>
          <p:cNvPr id="3" name="Picture 2" descr="01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Pleak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n1</a:t>
            </a:r>
          </a:p>
        </p:txBody>
      </p:sp>
      <p:pic>
        <p:nvPicPr>
          <p:cNvPr id="3" name="Picture 2" descr="02-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n2</a:t>
            </a:r>
          </a:p>
        </p:txBody>
      </p:sp>
      <p:pic>
        <p:nvPicPr>
          <p:cNvPr id="3" name="Picture 2" descr="03-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n2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n3</a:t>
            </a:r>
          </a:p>
        </p:txBody>
      </p:sp>
      <p:pic>
        <p:nvPicPr>
          <p:cNvPr id="3" name="Picture 2" descr="04-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n3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leakage_power(); assert by_net['n1']==0.1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Ileak with switching alpha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voltage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total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03 leakage power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