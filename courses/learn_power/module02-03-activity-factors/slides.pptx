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α on quiet nets reduces reported switching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alphas n1=0.5, n2=0.2, n3=1.0.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α scales switching — read per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α=0.5.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n2 α=0.2.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 α=1.0 (fully active).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alphas n1=0.5, n2=0.2, n3=1.0.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**activity-factors**. Confirm the three alphas.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activity_factors(); assert alphas match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α with Ileak. Using mean instead of per-net.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power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activity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Lower α on quiet nets reduces reported switching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alphas n1=0.5, n2=0.2, n3=1.0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Alpha per net</a:t>
            </a:r>
          </a:p>
        </p:txBody>
      </p:sp>
      <p:pic>
        <p:nvPicPr>
          <p:cNvPr id="3" name="Picture 2" descr="01-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Alpha per 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n1 α</a:t>
            </a:r>
          </a:p>
        </p:txBody>
      </p:sp>
      <p:pic>
        <p:nvPicPr>
          <p:cNvPr id="3" name="Picture 2" descr="02-n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n1 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n2 α</a:t>
            </a:r>
          </a:p>
        </p:txBody>
      </p:sp>
      <p:pic>
        <p:nvPicPr>
          <p:cNvPr id="3" name="Picture 2" descr="03-n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n2 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n3 α</a:t>
            </a:r>
          </a:p>
        </p:txBody>
      </p:sp>
      <p:pic>
        <p:nvPicPr>
          <p:cNvPr id="3" name="Picture 2" descr="04-n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n3 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activity_factors(); assert alphas match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α with Ileak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mean instead of per-net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power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activity factors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