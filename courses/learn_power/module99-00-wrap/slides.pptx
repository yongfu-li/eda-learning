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tiny_power: Psw n1=1.0; chip Ptot=5.55; ir_drop 0.4; 4 markers;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learn_dft_insert /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switching/leakage, activity, grid, IR, EM, markers,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Psw n1=1.0; chip Ptot=5.55; ir_drop=0.4; EM=3; markers=4;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learn_dft_insert / learn_signoff.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IR and EM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tiny_power: Psw n1=1.0; chip Ptot=5.55; ir_drop 0.4; 4 markers;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learn_dft_insert /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switching/leakage, activity, grid, IR, EM, markers,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Psw n1=1.0; chip Ptot=5.55; ir_drop=0.4; EM=3; markers=4;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learn_dft_insert / learn_signoff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IR and EM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