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Signoff power/IR emits markers for IR drop and EM hits.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marker_count=4.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IR drop hit at sink.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EM hits on e1,e2,e3.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kind=ir_drop or em on each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Union IR + EM markers for signoff.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marker_count=4.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**power-markers**. Run collect; confirm 4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collect_markers(); assert count==4.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only IR. Missing EM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power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markers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Signoff power/IR emits markers for IR drop and EM hits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power markers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marker_count=4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power markers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IR marker</a:t>
            </a:r>
          </a:p>
        </p:txBody>
      </p:sp>
      <p:pic>
        <p:nvPicPr>
          <p:cNvPr id="3" name="Picture 2" descr="01-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IR 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power markers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EM markers</a:t>
            </a:r>
          </a:p>
        </p:txBody>
      </p:sp>
      <p:pic>
        <p:nvPicPr>
          <p:cNvPr id="3" name="Picture 2" descr="02-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EM markers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power markers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Marker kinds</a:t>
            </a:r>
          </a:p>
        </p:txBody>
      </p:sp>
      <p:pic>
        <p:nvPicPr>
          <p:cNvPr id="3" name="Picture 2" descr="03-k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Marker kinds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power markers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Collect all</a:t>
            </a:r>
          </a:p>
        </p:txBody>
      </p:sp>
      <p:pic>
        <p:nvPicPr>
          <p:cNvPr id="3" name="Picture 2" descr="04-col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Collect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power markers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power markers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power markers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collect_markers(); assert count==4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power markers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only IR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EM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power markers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power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power markers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