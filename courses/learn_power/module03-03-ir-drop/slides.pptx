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sink current on every edge; accumulate I·R drops.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ir_drop_sink=0.4, v_sink=0.6.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I on series path; accumulate IR drops.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i_sink=0.1 A on every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Drops 0.1 + 0.2 + 0.1 = 0.4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v_sink = 1.0 − 0.4 = 0.6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ir_drop_sink=0.4, v_sink=0.6.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**ir-drop**. Confirm v_sink=0.6 and ir_drop=0.4.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ir_drop_solve(); assert v_sink==0.6 and ir_drop_sink==0.4.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parallel formula. Wrong edge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EM literacy.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IR drop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Same sink current on every edge; accumulate I·R drops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ir drop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ir_drop_sink=0.4, v_sink=0.6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ir drop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IR solve</a:t>
            </a:r>
          </a:p>
        </p:txBody>
      </p:sp>
      <p:pic>
        <p:nvPicPr>
          <p:cNvPr id="3" name="Picture 2" descr="01-sol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IR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ir drop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Current</a:t>
            </a:r>
          </a:p>
        </p:txBody>
      </p:sp>
      <p:pic>
        <p:nvPicPr>
          <p:cNvPr id="3" name="Picture 2" descr="02-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Current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ir drop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Edge drops</a:t>
            </a:r>
          </a:p>
        </p:txBody>
      </p:sp>
      <p:pic>
        <p:nvPicPr>
          <p:cNvPr id="3" name="Picture 2" descr="03-dr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Edge drops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ir drop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Sink voltage</a:t>
            </a:r>
          </a:p>
        </p:txBody>
      </p:sp>
      <p:pic>
        <p:nvPicPr>
          <p:cNvPr id="3" name="Picture 2" descr="04-vs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Sink voltage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ir drop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ir drop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ir drop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ir_drop_solve(); assert v_sink==0.6 and ir_drop_sink==0.4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ir drop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parallel formula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Wrong edge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ir drop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EM literacy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ir drop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