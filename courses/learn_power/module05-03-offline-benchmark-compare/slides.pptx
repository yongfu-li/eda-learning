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power_compare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tiny_power.json; print chip_ptot, ir_drop_sink,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power_compare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power_compare; print(power_compare())"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tiny_power.json; print chip_ptot, ir_drop_sink,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power_compare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tiny_power.json; print chip_ptot, ir_drop_sink,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power_compare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power_compare; print(power_compare())"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tiny_power.json; print chip_ptot, ir_drop_sink,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