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Dynamic power scales with activity, cap, voltage squared, and frequency.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psw_n1=1.0.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Psw = α · C · V² · f per net.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n1: α=0.5, C=2, V=1, f=1 → Psw=1.0.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n2: α=0.2, C=1 → Psw=0.2.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n3: α=1.0, C=4 → Psw=4.0.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psw_n1=1.0; chip_psw=5.2.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**switching-power**. Inspect tiny_power; confirm n1 Psw=1.0.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switching_power(); assert by_net['n1']==1.0.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Forgetting V². Using leakage instead of switching.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leakage power.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switching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Dynamic power scales with activity, cap, voltage squared, and frequency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01 switching power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psw_n1=1.0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01 switching power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Psw formula</a:t>
            </a:r>
          </a:p>
        </p:txBody>
      </p:sp>
      <p:pic>
        <p:nvPicPr>
          <p:cNvPr id="3" name="Picture 2" descr="01-formu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Psw formula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01 switching power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Net n1</a:t>
            </a:r>
          </a:p>
        </p:txBody>
      </p:sp>
      <p:pic>
        <p:nvPicPr>
          <p:cNvPr id="3" name="Picture 2" descr="02-n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Net n1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01 switching power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Net n2</a:t>
            </a:r>
          </a:p>
        </p:txBody>
      </p:sp>
      <p:pic>
        <p:nvPicPr>
          <p:cNvPr id="3" name="Picture 2" descr="03-n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Net n2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01 switching power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Net n3</a:t>
            </a:r>
          </a:p>
        </p:txBody>
      </p:sp>
      <p:pic>
        <p:nvPicPr>
          <p:cNvPr id="3" name="Picture 2" descr="04-n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Net n3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01 switching power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01 switching power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01 switching power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switching_power(); assert by_net['n1']==1.0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01 switching power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Forgetting V²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Using leakage instead of switching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01 switching power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leakage power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learn_power — 01 switching power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