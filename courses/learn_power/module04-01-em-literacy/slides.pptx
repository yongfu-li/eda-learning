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Electromigration limits peak current per grid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em_violation_count=3.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em_limit=0.08 A per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i_sink=0.1 exceeds limit on all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e1: 0.1 &gt; 0.08 — EM violation.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e2 and e3 also violate.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em_violation_count=3.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**em-literacy**. Confirm 3 EM violations.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find_em_violations(); assert 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Checking IR instead of per-edge I. Wrong limit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power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EM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Electromigration limits peak current per grid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em_violation_count=3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Current limit</a:t>
            </a:r>
          </a:p>
        </p:txBody>
      </p:sp>
      <p:pic>
        <p:nvPicPr>
          <p:cNvPr id="3" name="Picture 2" descr="01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Current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Grid current</a:t>
            </a:r>
          </a:p>
        </p:txBody>
      </p:sp>
      <p:pic>
        <p:nvPicPr>
          <p:cNvPr id="3" name="Picture 2" descr="02-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Grid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 e1</a:t>
            </a:r>
          </a:p>
        </p:txBody>
      </p:sp>
      <p:pic>
        <p:nvPicPr>
          <p:cNvPr id="3" name="Picture 2" descr="03-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 e1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Edges e2 e3</a:t>
            </a:r>
          </a:p>
        </p:txBody>
      </p:sp>
      <p:pic>
        <p:nvPicPr>
          <p:cNvPr id="3" name="Picture 2" descr="04-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Edges e2 e3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find_em_violations(); assert 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IR instead of per-edge 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limit units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power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em literacy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