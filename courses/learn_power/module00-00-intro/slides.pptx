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antenna you need power — Psw/Pleak, grid IR, EM limits, markers.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Toy tiny_power: Psw n1=1.0, chip Ptot=5.55, ir_drop_sink=0.4, 4 markers.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Implement track uses common/ solvers; browser lab track uses platform tools.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tiny_power: Psw n1=1.0, chip Ptot=5.55, ir_drop_sink=0.4, 4 markers.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Switching → leakage → total → activity → grid → IR → EM → markers → engine.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Next: switching power per net.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Welcome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After antenna you need power , Psw/Pleak, grid IR, EM limits, markers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learn_power — 00 intro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The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Toy tiny_power: Psw n1=1.0, chip Ptot=5.55, ir_drop_sink=0.4, 4 markers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learn_power — 00 intro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Two tracks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Implement track uses common/ solvers; browser lab track uses platform tools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learn_power — 00 intro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Toy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Tiny_power: Psw n1=1.0, chip Ptot=5.55, ir_drop_sink=0.4, 4 markers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learn_power — 00 intro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Path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Switching → leakage → total → activity → grid → IR → EM → markers →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learn_power — 00 intro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Begin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Next: switching power per net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learn_power — 00 intro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