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power, IR, EM, and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chip Ptot=5.55, ir_drop=0.4, markers=4,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nets, 3 grid edges, Vdd=1.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Psw n1=1.0; chip Ptot=5.55.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ir_drop_sink=0.4; 1 IR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EM violations on grid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**power-engine**.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power_engine(); assert ok and markers.count==4.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power, IR, EM, and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chip Ptot=5.55, ir_drop=0.4, markers=4,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 snapshot</a:t>
            </a:r>
          </a:p>
        </p:txBody>
      </p:sp>
      <p:pic>
        <p:nvPicPr>
          <p:cNvPr id="3" name="Picture 2" descr="0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Power totals</a:t>
            </a:r>
          </a:p>
        </p:txBody>
      </p:sp>
      <p:pic>
        <p:nvPicPr>
          <p:cNvPr id="3" name="Picture 2" descr="02-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Power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IR check</a:t>
            </a:r>
          </a:p>
        </p:txBody>
      </p:sp>
      <p:pic>
        <p:nvPicPr>
          <p:cNvPr id="3" name="Picture 2" descr="03-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 check</a:t>
            </a:r>
          </a:p>
        </p:txBody>
      </p:sp>
      <p:pic>
        <p:nvPicPr>
          <p:cNvPr id="3" name="Picture 2" descr="04-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 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power_engine(); assert ok and markers.count==4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power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