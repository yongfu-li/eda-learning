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Signoff reports chip Ptot = sum of switching and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chip_ptot=5.55.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Ptot = Psw + Pleak per net; sum for chip.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n1: 1.0 + 0.1 = 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Chip switching total 5.2.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Chip leakage total 0.35.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chip_ptot=5.55.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**total-power**. Confirm chip Ptot=5.55.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total_power(); assert total==5.55.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Summing only one component. Double-counting 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activity factors.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total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Signoff reports chip Ptot = sum of switching and 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total power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chip_ptot=5.55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total power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Chip Ptot</a:t>
            </a:r>
          </a:p>
        </p:txBody>
      </p:sp>
      <p:pic>
        <p:nvPicPr>
          <p:cNvPr id="3" name="Picture 2" descr="01-s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Chip Ptot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total power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 n1</a:t>
            </a:r>
          </a:p>
        </p:txBody>
      </p:sp>
      <p:pic>
        <p:nvPicPr>
          <p:cNvPr id="3" name="Picture 2" descr="02-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 n1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total power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Chip Psw</a:t>
            </a:r>
          </a:p>
        </p:txBody>
      </p:sp>
      <p:pic>
        <p:nvPicPr>
          <p:cNvPr id="3" name="Picture 2" descr="03-chip_s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Chip Psw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total power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Chip Pleak</a:t>
            </a:r>
          </a:p>
        </p:txBody>
      </p:sp>
      <p:pic>
        <p:nvPicPr>
          <p:cNvPr id="3" name="Picture 2" descr="04-chip_l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Chip Pleak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total power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total power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total power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total_power(); assert total==5.55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total power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Summing only one component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Double-counting nets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total power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activity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total power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