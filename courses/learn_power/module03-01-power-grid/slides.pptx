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 analysis starts from a resistive grid and sink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4 nodes, 3 series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src→a→b→sink with 3 series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e1: src→a, R=1.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e2: a→b, R=2.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e3: b→sink, R=1.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4 nodes, 3 edges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**power-grid**. Confirm 4 nodes and 3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build_power_grid(); assert edge_count==3.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grid as parallel. Wrong node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IR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grid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IR analysis starts from a resistive grid and sink current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4 nodes, 3 series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Series path</a:t>
            </a:r>
          </a:p>
        </p:txBody>
      </p:sp>
      <p:pic>
        <p:nvPicPr>
          <p:cNvPr id="3" name="Picture 2" descr="01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Series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 e1</a:t>
            </a:r>
          </a:p>
        </p:txBody>
      </p:sp>
      <p:pic>
        <p:nvPicPr>
          <p:cNvPr id="3" name="Picture 2" descr="02-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 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 e2</a:t>
            </a:r>
          </a:p>
        </p:txBody>
      </p:sp>
      <p:pic>
        <p:nvPicPr>
          <p:cNvPr id="3" name="Picture 2" descr="03-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 e2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 e3</a:t>
            </a:r>
          </a:p>
        </p:txBody>
      </p:sp>
      <p:pic>
        <p:nvPicPr>
          <p:cNvPr id="3" name="Picture 2" descr="04-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 e3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build_power_grid(); assert edge_count==3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grid as parallel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node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IR 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grid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