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decomposed tiny_mp: 5 conflicts, DP fails, TP uses 3 masks, stitch restores DP, engine best_masks=3.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learn_drc or learn_rule_dsl.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conflict graphs, DP/TP/QP, SADP, stitch, and engine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conflicts; DP fails; TP uses 3 masks; stitch restores DP; engine best_masks=3.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learn_drc or learn_rule_dsl.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explain DP vs TP vs QP on tiny_mp.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decomposed tiny_mp: 5 conflicts, DP fails, TP uses 3 masks, stitch restores DP, engine best_masks=3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learn_drc or learn_rule_dsl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conflict graphs, DP/TP/QP, SADP, stitch, and engine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Five conflicts; DP fails; TP uses 3 masks; stitch restores DP; engine best_masks=3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learn_drc or learn_rule_dsl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explain DP vs TP vs QP on tiny_mp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