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Stitching splits a feature so conflicts drop — restoring DP feasibility without extra masks.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stitch_makes_dp True after splitting C → C1,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Triangle blocks 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C with C1 and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Conflict graph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2-color the stitched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stitch makes DP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**stitch-lite**. Run stitch; confirm dp_ok=True.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stitch_feature('C'); assert dp_ok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Splitting without reducing conflicts. Assuming stitch always needs 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triple patterning with 3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Stitch overview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Stitching splits a feature so conflicts drop , restoring DP feasibility without extra masks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stitch_makes_dp True after splitting C → C1, 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Odd cycle</a:t>
            </a:r>
          </a:p>
        </p:txBody>
      </p:sp>
      <p:pic>
        <p:nvPicPr>
          <p:cNvPr id="3" name="Picture 2" descr="01-o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Odd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Split C</a:t>
            </a:r>
          </a:p>
        </p:txBody>
      </p:sp>
      <p:pic>
        <p:nvPicPr>
          <p:cNvPr id="3" name="Picture 2" descr="02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Split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New edges</a:t>
            </a:r>
          </a:p>
        </p:txBody>
      </p:sp>
      <p:pic>
        <p:nvPicPr>
          <p:cNvPr id="3" name="Picture 2" descr="03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New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Re-color</a:t>
            </a:r>
          </a:p>
        </p:txBody>
      </p:sp>
      <p:pic>
        <p:nvPicPr>
          <p:cNvPr id="3" name="Picture 2" descr="04-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Re-color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DP 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DP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stitch_feature('C'); assert dp_ok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Splitting without reducing conflicts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stitch always needs 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triple patterning with 3 colors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stitch 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