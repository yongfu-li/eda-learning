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subgraph that is bipartite can still be double-patterned even when the full chip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path_lele ok=True on nodes D, E,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Restrict to D–E–F.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2-color BFS on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 has no odd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Alternate colors along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path_lele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**bipartite-check**. Run path check; confirm ok=True for D-E-F.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path_lele(); assert ok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full graph when the lesson is subgraph feasibility. Confusing LELE with SADP.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SADP mandrel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DP feasibility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subgraph that is bipartite can still be double-patterned even when the full chip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bipartite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path_lele ok=True on nodes D, E,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bipartite 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Subgraph</a:t>
            </a:r>
          </a:p>
        </p:txBody>
      </p:sp>
      <p:pic>
        <p:nvPicPr>
          <p:cNvPr id="3" name="Picture 2" descr="01-s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Subgraph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bipartite check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BFS color</a:t>
            </a:r>
          </a:p>
        </p:txBody>
      </p:sp>
      <p:pic>
        <p:nvPicPr>
          <p:cNvPr id="3" name="Picture 2" descr="02-b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BFS color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bipartite check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 DEF</a:t>
            </a:r>
          </a:p>
        </p:txBody>
      </p:sp>
      <p:pic>
        <p:nvPicPr>
          <p:cNvPr id="3" name="Picture 2" descr="03-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Path DEF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bipartite check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Colors 0/1</a:t>
            </a:r>
          </a:p>
        </p:txBody>
      </p:sp>
      <p:pic>
        <p:nvPicPr>
          <p:cNvPr id="3" name="Picture 2" descr="04-c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Colors 0/1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bipartite check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OK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bipartite 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bipartite 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path_lele(); assert ok is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bipartite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Testing full graph when the lesson is subgraph feasibility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LELE with SADP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bipartite check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SADP mandrel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bipartite 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