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LELE double patterning assigns two lithography masks by 2-coloring conflicts.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lele_double ok=False on the full graph (triangle A-B-C).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LELE DP = two masks via 2-coloring.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 color 0/1 to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BFS 2-color the conflict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Triangle A-B-C is an odd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lele_double ok=False.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**double-lele**. Run LELE; confirm ok=False on tiny_mp.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lele_double(); assert ok is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Assuming DP always works. Ignoring odd cycles in the full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bipartite check on a subgraph.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LELE overview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LELE double patterning assigns two lithography masks by 2-coloring conflicts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double lele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lele_double ok=False on the full graph (triangle A-B-C)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double lele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LELE idea</a:t>
            </a:r>
          </a:p>
        </p:txBody>
      </p:sp>
      <p:pic>
        <p:nvPicPr>
          <p:cNvPr id="3" name="Picture 2" descr="01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LELE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double lele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masks</a:t>
            </a:r>
          </a:p>
        </p:txBody>
      </p:sp>
      <p:pic>
        <p:nvPicPr>
          <p:cNvPr id="3" name="Picture 2" descr="02-t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Two masks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double lele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Color attempt</a:t>
            </a:r>
          </a:p>
        </p:txBody>
      </p:sp>
      <p:pic>
        <p:nvPicPr>
          <p:cNvPr id="3" name="Picture 2" descr="03-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Color attempt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double lele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Odd cycle</a:t>
            </a:r>
          </a:p>
        </p:txBody>
      </p:sp>
      <p:pic>
        <p:nvPicPr>
          <p:cNvPr id="3" name="Picture 2" descr="04-o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Odd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double lele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Fail</a:t>
            </a:r>
          </a:p>
        </p:txBody>
      </p:sp>
      <p:pic>
        <p:nvPicPr>
          <p:cNvPr id="3" name="Picture 2" descr="05-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double lele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double lele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lele_double(); assert ok is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double lele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Assuming DP always works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odd cycles in the full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double lele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bipartite check on a subgraph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03 double lele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