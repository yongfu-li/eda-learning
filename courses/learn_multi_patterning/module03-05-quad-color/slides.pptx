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Quad patterning reserves four masks; greedy coloring shows headroom when fewer suffice.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colors_used=3, k=4, ok=True on tiny_mp.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QP allows up to 4 masks.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Greedy 4-color the graph.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Toy only needs 3 colors.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Extra mask is headroom.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 qp ok colors_used=3.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**quad-color**. Run quad greedy; confirm colors_used=3.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quad_pattern(method='greedy'); assert ok and colors_used==3.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Requiring all four masks used. Confusing QP with TP.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multi-patterning engine pass.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Quad patterning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Quad patterning reserves four masks; greedy coloring shows headroom when fewer suffice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learn_multi_patterning — 05 quad color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GOLDEN: colors_used=3, k=4, ok=True on tiny_mp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learn_multi_patterning — 05 quad color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Four masks</a:t>
            </a:r>
          </a:p>
        </p:txBody>
      </p:sp>
      <p:pic>
        <p:nvPicPr>
          <p:cNvPr id="3" name="Picture 2" descr="01-fou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Four masks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learn_multi_patterning — 05 quad color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Greedy</a:t>
            </a:r>
          </a:p>
        </p:txBody>
      </p:sp>
      <p:pic>
        <p:nvPicPr>
          <p:cNvPr id="3" name="Picture 2" descr="02-g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Greedy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learn_multi_patterning — 05 quad color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Used 3</a:t>
            </a:r>
          </a:p>
        </p:txBody>
      </p:sp>
      <p:pic>
        <p:nvPicPr>
          <p:cNvPr id="3" name="Picture 2" descr="03-u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Used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learn_multi_patterning — 05 quad color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Headroom</a:t>
            </a:r>
          </a:p>
        </p:txBody>
      </p:sp>
      <p:pic>
        <p:nvPicPr>
          <p:cNvPr id="3" name="Picture 2" descr="04-he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Headroom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learn_multi_patterning — 05 quad color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OK</a:t>
            </a:r>
          </a:p>
        </p:txBody>
      </p:sp>
      <p:pic>
        <p:nvPicPr>
          <p:cNvPr id="3" name="Picture 2" descr="05-o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learn_multi_patterning — 05 quad color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learn_multi_patterning — 05 quad color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quad_pattern(method='greedy'); assert ok and colors_used==3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learn_multi_patterning — 05 quad color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Requiring all four masks used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Confusing QP with TP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learn_multi_patterning — 05 quad color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multi-patterning engine pass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learn_multi_patterning — 05 quad color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