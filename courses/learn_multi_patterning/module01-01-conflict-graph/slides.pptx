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Multi-patterning starts by finding which features cannot share the same mask.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6 nodes, 5 edges (A-B, A-C, B-C, D-E, E-F), min_same_mask=2.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features A–F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min_same_mask=2.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Conflict if gap &lt; 2 → 5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A–B–C form a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D–E–F is 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**conflict-graph**. Build graph; confirm 6 nodes and 5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build_conflict_graph(); assert feature_count==6 and edge_count==5.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center distance instead of bbox gap. Forgetting min_same_mask from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LELE double patterning as 2-coloring.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conflicts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Multi-patterning starts by finding which features cannot share the same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6 nodes, 5 edges (A-B, A-C, B-C, D-E, E-F), min_same_mask=2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Features</a:t>
            </a:r>
          </a:p>
        </p:txBody>
      </p:sp>
      <p:pic>
        <p:nvPicPr>
          <p:cNvPr id="3" name="Picture 2" descr="01-f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Min space</a:t>
            </a:r>
          </a:p>
        </p:txBody>
      </p:sp>
      <p:pic>
        <p:nvPicPr>
          <p:cNvPr id="3" name="Picture 2" descr="02-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Min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Edges</a:t>
            </a:r>
          </a:p>
        </p:txBody>
      </p:sp>
      <p:pic>
        <p:nvPicPr>
          <p:cNvPr id="3" name="Picture 2" descr="03-ed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Triangle</a:t>
            </a:r>
          </a:p>
        </p:txBody>
      </p:sp>
      <p:pic>
        <p:nvPicPr>
          <p:cNvPr id="3" name="Picture 2" descr="04-t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Triangle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pic>
        <p:nvPicPr>
          <p:cNvPr id="3" name="Picture 2" descr="05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build_conflict_graph(); assert feature_count==6 and edge_count==5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center distance instead of bbox gap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min_same_mask from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LELE double patterning as 2-coloring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conflict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