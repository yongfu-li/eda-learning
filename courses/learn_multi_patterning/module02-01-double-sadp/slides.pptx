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SADP is not LELE coloring — mandrels print first; spacers form between mandrels.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mandrel_count=3 (A, D, F on the toy greedy pick).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SADP starts from mandrel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Neighbors can be spacer-defined.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Mandrels form an independent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MIS → mandrels A,D,F.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mandrel_count=3.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**double-sadp**. Run SADP assign; confirm mandrel_count=3.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sadp_assign(); assert mandrel_count==3.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SADP as 2-coloring. Expecting same result as LELE.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stitch to break odd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SADP lite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SADP is not LELE coloring , mandrels print first; spacers form between mandrels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mandrel_count=3 (A, D, F on the toy greedy pick)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Mandrel</a:t>
            </a:r>
          </a:p>
        </p:txBody>
      </p:sp>
      <p:pic>
        <p:nvPicPr>
          <p:cNvPr id="3" name="Picture 2" descr="01-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Mandrel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Spacer</a:t>
            </a:r>
          </a:p>
        </p:txBody>
      </p:sp>
      <p:pic>
        <p:nvPicPr>
          <p:cNvPr id="3" name="Picture 2" descr="02-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Independent set</a:t>
            </a:r>
          </a:p>
        </p:txBody>
      </p:sp>
      <p:pic>
        <p:nvPicPr>
          <p:cNvPr id="3" name="Picture 2" descr="03-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Independent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Assign</a:t>
            </a:r>
          </a:p>
        </p:txBody>
      </p:sp>
      <p:pic>
        <p:nvPicPr>
          <p:cNvPr id="3" name="Picture 2" descr="04-a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Assign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 3</a:t>
            </a:r>
          </a:p>
        </p:txBody>
      </p:sp>
      <p:pic>
        <p:nvPicPr>
          <p:cNvPr id="3" name="Picture 2" descr="05-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sadp_assign(); assert mandrel_count==3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SADP as 2-coloring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same result as LELE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stitch to break odd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double sadp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