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flows may use greedy heuristics or exact backtrack — know when they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tiny_mp both methods succeed; colors_used=3 for greedy and backtrack.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3-color in id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Backtrack finds a valid coloring.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use 3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 literacy: greedy vs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BT when greedy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**triple-decomp**. Run both methods; compare colors_used.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color_greedy(G,3) vs color_backtrack(G,3); assert both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greedy always equals backtrack. Ignoring failure cases on larger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quad patterning with headroom.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Decomp literacy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flows may use greedy heuristics or exact backtrack , know when they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tiny_mp both methods succeed; colors_used=3 for greedy and backtrack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Greedy</a:t>
            </a:r>
          </a:p>
        </p:txBody>
      </p:sp>
      <p:pic>
        <p:nvPicPr>
          <p:cNvPr id="3" name="Picture 2" descr="01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Greedy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Backtrack</a:t>
            </a:r>
          </a:p>
        </p:txBody>
      </p:sp>
      <p:pic>
        <p:nvPicPr>
          <p:cNvPr id="3" name="Picture 2" descr="02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Backtrack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Same used</a:t>
            </a:r>
          </a:p>
        </p:txBody>
      </p:sp>
      <p:pic>
        <p:nvPicPr>
          <p:cNvPr id="3" name="Picture 2" descr="03-s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Same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Methods</a:t>
            </a:r>
          </a:p>
        </p:txBody>
      </p:sp>
      <p:pic>
        <p:nvPicPr>
          <p:cNvPr id="3" name="Picture 2" descr="04-me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Choose</a:t>
            </a:r>
          </a:p>
        </p:txBody>
      </p:sp>
      <p:pic>
        <p:nvPicPr>
          <p:cNvPr id="3" name="Picture 2" descr="05-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color_greedy(G,3) vs color_backtrack(G,3); assert both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greedy always equals backtrack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failure cases on larger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quad patterning with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triple decomp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