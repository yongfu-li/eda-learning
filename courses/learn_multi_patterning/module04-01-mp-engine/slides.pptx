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tiny MP engine picks the minimum mask count that succeeds on the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best_masks=3, dp_ok=False, tp_ok=True.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try LELE double.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DP fails on the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Fall back to triple.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best_masks=3.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 reports DP/TP/QP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**mp-engine**. Run engine; confirm best_masks=3.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mp_engine(); assert best_masks==3 and dp_ok is False and tp_ok is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Stopping after DP failure. Reporting QP when TP already succeeds.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benchmark compare,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MP engine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tiny MP engine picks the minimum mask count that succeeds on the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mp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best_masks=3, dp_ok=False, tp_ok=True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mp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DP</a:t>
            </a:r>
          </a:p>
        </p:txBody>
      </p:sp>
      <p:pic>
        <p:nvPicPr>
          <p:cNvPr id="3" name="Picture 2" descr="01-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Try 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mp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Fail</a:t>
            </a:r>
          </a:p>
        </p:txBody>
      </p:sp>
      <p:pic>
        <p:nvPicPr>
          <p:cNvPr id="3" name="Picture 2" descr="02-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mp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TP</a:t>
            </a:r>
          </a:p>
        </p:txBody>
      </p:sp>
      <p:pic>
        <p:nvPicPr>
          <p:cNvPr id="3" name="Picture 2" descr="03-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Try 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mp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Best 3</a:t>
            </a:r>
          </a:p>
        </p:txBody>
      </p:sp>
      <p:pic>
        <p:nvPicPr>
          <p:cNvPr id="3" name="Picture 2" descr="04-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Best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mp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Report</a:t>
            </a:r>
          </a:p>
        </p:txBody>
      </p:sp>
      <p:pic>
        <p:nvPicPr>
          <p:cNvPr id="3" name="Picture 2" descr="05-r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mp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mp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mp_engine(); assert best_masks==3 and dp_ok is False and tp_ok is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mp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Stopping after DP failure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Reporting QP when TP already succeeds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mp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benchmark compare,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mp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