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mp_compare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tiny_mp.json; print feature_count, conflict_edges, dp_ok, best_masks, stitch_dp_ok, sadp_mandrels.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mp_compare metrics offline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python3 -c "from solvers import mp_compare; print(mp_compare())" in 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tiny_mp.json; print feature_count, conflict_edges, dp_ok, best_masks, stitch_dp_ok, sadp_mandrels.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mp_compare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tiny_mp.json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mp_compare metrics offline without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Python3 -c "from solvers import mp_compare; print(mp_compare())" in common/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to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tiny_mp.json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wrap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learn_multi_patterning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