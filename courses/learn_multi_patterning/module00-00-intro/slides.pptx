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Same-mask spacing forces features onto multiple masks — double (DP), triple (TP), or quad (QP) patterning.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Toy tiny_mp: features A–F; triangle A-B-C blocks DP; path D-E-F is 2-colorable; TP needs 3 masks.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 track uses common/ solvers; browser lab track uses platform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features A–F; triangle A-B-C blocks DP; path D-E-F is 2-colorable; TP needs 3 masks.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Conflict graph, LELE, bipartite check, SADP, stitch, triple/quad color,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conflict graph construction.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Welcome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Same-mask spacing forces features onto multiple masks , double (DP), triple (TP), or quad (QP) patterning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00 intro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Features A–F; triangle A-B-C blocks DP; path D-E-F is 2-colorable; TP needs 3 masks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00 intro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Two tracks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Implement track uses common/ solvers; browser lab track uses platform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00 intro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Toy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Six features A–F; triangle A-B-C blocks DP; path D-E-F is 2-colorable; TP needs 3 masks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00 intro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Conflict graph, LELE, bipartite check, SADP, stitch, triple/quad color,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00 intro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Begin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conflict graph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00 intro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