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two masks fail, triple patterning assigns three masks with a 3-coloring.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colors_used=3, ok=True on tiny_mp.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Triangle needs a third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 a valid 3-coloring.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colors 1..3.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colors_used=3.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TP ok with 3 masks.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**triple-color**. Run triple backtrack; confirm colors_used=3.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triple_pattern(method='backtrack'); assert ok and colors_used==3.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Greedy-only when backtrack is required. Stopping at 2 colors after stitch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compare greedy vs backtrack decompositions.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Triple patterning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two masks fail, triple patterning assigns three masks with a 3-coloring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colors_used=3, ok=True on tiny_mp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Need 3</a:t>
            </a:r>
          </a:p>
        </p:txBody>
      </p:sp>
      <p:pic>
        <p:nvPicPr>
          <p:cNvPr id="3" name="Picture 2" descr="01-n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Need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Backtrack</a:t>
            </a:r>
          </a:p>
        </p:txBody>
      </p:sp>
      <p:pic>
        <p:nvPicPr>
          <p:cNvPr id="3" name="Picture 2" descr="02-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Backtrack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Assign</a:t>
            </a:r>
          </a:p>
        </p:txBody>
      </p:sp>
      <p:pic>
        <p:nvPicPr>
          <p:cNvPr id="3" name="Picture 2" descr="03-a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Assign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Used 3</a:t>
            </a:r>
          </a:p>
        </p:txBody>
      </p:sp>
      <p:pic>
        <p:nvPicPr>
          <p:cNvPr id="3" name="Picture 2" descr="04-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Used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Success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triple_pattern(method='backtrack'); assert ok and colors_used==3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Greedy-only when backtrack is required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Stopping at 2 colors after stitch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compare greedy vs backtrack decompositions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triple color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