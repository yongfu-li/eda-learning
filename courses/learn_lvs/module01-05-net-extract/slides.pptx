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Net extraction groups layout shapes into electrically connected nets.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4 layout nets net_a/y/vss/vdd.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 and diffusion shapes carry connectivity.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net_a: poly + m1_a (gate net 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net_y: m1_y (output 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net_vss and net_vdd tie diff + M1.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count=4 nets.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**net-extract**. Select net_a and net_y; confirm 4 layout nets.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extract_nets(); assert count==4 and ids include net_a, net_y.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Splitting a net at a via. Missing port annotation on supplies.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layout device–net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Net extract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Net extraction groups layout shapes into electrically connected nets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05 net extract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4 layout nets net_a/y/vss/vdd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05 net extract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Shapes</a:t>
            </a:r>
          </a:p>
        </p:txBody>
      </p:sp>
      <p:pic>
        <p:nvPicPr>
          <p:cNvPr id="3" name="Picture 2" descr="01-sha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Shapes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05 net extract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net_a</a:t>
            </a:r>
          </a:p>
        </p:txBody>
      </p:sp>
      <p:pic>
        <p:nvPicPr>
          <p:cNvPr id="3" name="Picture 2" descr="02-net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net_a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05 net extract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net_y</a:t>
            </a:r>
          </a:p>
        </p:txBody>
      </p:sp>
      <p:pic>
        <p:nvPicPr>
          <p:cNvPr id="3" name="Picture 2" descr="03-net_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net_y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05 net extract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Supplies</a:t>
            </a:r>
          </a:p>
        </p:txBody>
      </p:sp>
      <p:pic>
        <p:nvPicPr>
          <p:cNvPr id="3" name="Picture 2" descr="04-s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Supplies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05 net extract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05 net extract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05 net extract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extract_nets(); assert count==4 and ids include net_a, net_y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05 net extract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Splitting a net at a via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Missing port annotation on supplies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05 net extract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layout device–net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05 net extract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