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LVS compare checks every pin net after rename — mismatch_count must be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mismatch_count=0, matched_nets=4.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layout nets to schematic via binding.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each device pin on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Mapped layout net must equal schematic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 bound nets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mismatch_count=0, matched_nets=4.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**lvs-compare**. Run compare; confirm ok and 4 matched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lvs_compare(); assert ok and matched_net_count==4.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Comparing unbound nets. Ignoring pin direction mismatches as net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LVS engine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LVS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LVS compare checks every pin net after rename , mismatch_count must be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lvs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mismatch_count=0, matched_nets=4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lvs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Rename</a:t>
            </a:r>
          </a:p>
        </p:txBody>
      </p:sp>
      <p:pic>
        <p:nvPicPr>
          <p:cNvPr id="3" name="Picture 2" descr="01-re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lvs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Pins</a:t>
            </a:r>
          </a:p>
        </p:txBody>
      </p:sp>
      <p:pic>
        <p:nvPicPr>
          <p:cNvPr id="3" name="Picture 2" descr="02-p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lvs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Check</a:t>
            </a:r>
          </a:p>
        </p:txBody>
      </p:sp>
      <p:pic>
        <p:nvPicPr>
          <p:cNvPr id="3" name="Picture 2" descr="03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lvs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Nets</a:t>
            </a:r>
          </a:p>
        </p:txBody>
      </p:sp>
      <p:pic>
        <p:nvPicPr>
          <p:cNvPr id="3" name="Picture 2" descr="04-n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lvs compare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lvs compare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lvs compare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lvs_compare(); assert ok and matched_net_count==4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lvs compare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Comparing unbound nets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pin direction mismatches as net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lvs compare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LVS engine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lvs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