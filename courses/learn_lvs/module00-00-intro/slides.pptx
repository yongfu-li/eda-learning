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DRC you still need LVS — schematic graph, device recognition, net extract, binding, compare.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Toy tiny_lvs: INV schematic mn1/mp1 vs layout X0/X1 → four matched nets.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Implement track uses common/ solvers; browser lab track uses platform tools.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tiny_lvs: schematic mn1/mp1 INV; layout X0/X1; four bound nets.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Schematic → recog → extract → layout → binding → match → compare → engine.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Next: schematic connectivity graph.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11064240" cy="2743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spcAft>
                <a:spcPts val="400"/>
              </a:spcAft>
            </a:pPr>
            <a:r>
              <a:rPr sz="4000" b="1">
                <a:solidFill>
                  <a:srgbClr val="1A1A2E"/>
                </a:solidFill>
                <a:latin typeface="Calibri"/>
              </a:rPr>
              <a:t>Welcome</a:t>
            </a:r>
          </a:p>
          <a:p>
            <a:pPr algn="ctr">
              <a:lnSpc>
                <a:spcPts val="2200"/>
              </a:lnSpc>
              <a:spcBef>
                <a:spcPts val="1400"/>
              </a:spcBef>
            </a:pPr>
            <a:r>
              <a:rPr sz="2600" b="0">
                <a:solidFill>
                  <a:srgbClr val="333333"/>
                </a:solidFill>
                <a:latin typeface="Calibri"/>
              </a:rPr>
              <a:t>After DRC you still need LVS , schematic graph, device recognition, net extract, binding, compare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learn_lvs — 00 intro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The idea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Toy tiny_lvs: INV schematic mn1/mp1 vs layout X0/X1 → four matched nets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learn_lvs — 00 intro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Two tracks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Implement track uses common/ solvers; browser lab track uses platform tools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learn_lvs — 00 intro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Toy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Tiny_lvs: schematic mn1/mp1 INV; layout X0/X1; four bound nets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learn_lvs — 00 intro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Path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Schematic → recog → extract → layout → binding → match → compare → engine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learn_lvs — 00 intro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Begin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Next: schematic connectivity graph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learn_lvs — 00 intro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