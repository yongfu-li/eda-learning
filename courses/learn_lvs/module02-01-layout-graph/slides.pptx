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graph mirrors schematic — devices X0/X1 with pin-to-net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2 devices, 4 nets, 6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layout devices: X0 nmos, X1 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layout nets: net_a, net_y, net_vss, net_vdd.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device has G/D/S pins on layout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pin edges (3 per device).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edge_count=6.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**layout-graph**. Confirm X0/X1 and 6 pin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layout_graph(); assert device_count==2 and edge_count==6.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schematic net names on layout graph. Missing a pin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pin / name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Layout graph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Layout graph mirrors schematic , devices X0/X1 with pin-to-net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2 devices, 4 nets, 6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Devices</a:t>
            </a:r>
          </a:p>
        </p:txBody>
      </p:sp>
      <p:pic>
        <p:nvPicPr>
          <p:cNvPr id="3" name="Picture 2" descr="01-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</a:t>
            </a:r>
          </a:p>
        </p:txBody>
      </p:sp>
      <p:pic>
        <p:nvPicPr>
          <p:cNvPr id="3" name="Picture 2" descr="02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Pins</a:t>
            </a:r>
          </a:p>
        </p:txBody>
      </p:sp>
      <p:pic>
        <p:nvPicPr>
          <p:cNvPr id="3" name="Picture 2" descr="03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Edges</a:t>
            </a:r>
          </a:p>
        </p:txBody>
      </p:sp>
      <p:pic>
        <p:nvPicPr>
          <p:cNvPr id="3" name="Picture 2" descr="04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layout_graph(); assert device_count==2 and edge_count==6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schematic net names on layout graph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a pin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pin / name binding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layout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