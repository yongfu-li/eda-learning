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Binding table maps layout X0→mn1 and layout nets to schematic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X0→mn1, X1→mp1; 4 net binds.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 binding: X0→mn1, X1→mp1.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binding: net_a→a, net_y→y.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net_vss→vss, net_vdd→vdd.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 pairs and two device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device_count=2, net_count=4.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**pin-binding**. Select X0 and mn1; confirm binding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pin_binding(); assert devices['X0']=='mn1' and len(nets)==4.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Binding by position instead of connectivity. Missing a supply 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device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Pin binding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Binding table maps layout X0→mn1 and layout nets to schematic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X0→mn1, X1→mp1; 4 net binds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 bind</a:t>
            </a:r>
          </a:p>
        </p:txBody>
      </p:sp>
      <p:pic>
        <p:nvPicPr>
          <p:cNvPr id="3" name="Picture 2" descr="01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 bind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bind</a:t>
            </a:r>
          </a:p>
        </p:txBody>
      </p:sp>
      <p:pic>
        <p:nvPicPr>
          <p:cNvPr id="3" name="Picture 2" descr="02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bind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Supplies</a:t>
            </a:r>
          </a:p>
        </p:txBody>
      </p:sp>
      <p:pic>
        <p:nvPicPr>
          <p:cNvPr id="3" name="Picture 2" descr="03-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Supplies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Pairs</a:t>
            </a:r>
          </a:p>
        </p:txBody>
      </p:sp>
      <p:pic>
        <p:nvPicPr>
          <p:cNvPr id="3" name="Picture 2" descr="04-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pin_binding(); assert devices['X0']=='mn1' and len(nets)==4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Binding by position instead of connectivity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a supply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device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03 pin binding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