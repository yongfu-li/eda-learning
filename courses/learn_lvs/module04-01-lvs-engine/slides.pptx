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engine chains every LVS stage and reports ok when goldens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Schematic graph device_count=2, net_count=4.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Recognize nmos=1, pmos=1.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 4 layout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mismatch_count=0, matched_nets=4.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**lvs-engine**. Run engine; confirm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lvs_engine(); assert ok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partial stages. Changing toy without updating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engine chains every LVS stage and reports ok when goldens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Sch</a:t>
            </a:r>
          </a:p>
        </p:txBody>
      </p:sp>
      <p:pic>
        <p:nvPicPr>
          <p:cNvPr id="3" name="Picture 2" descr="01-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Recog</a:t>
            </a:r>
          </a:p>
        </p:txBody>
      </p:sp>
      <p:pic>
        <p:nvPicPr>
          <p:cNvPr id="3" name="Picture 2" descr="02-rec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Recog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Extract</a:t>
            </a:r>
          </a:p>
        </p:txBody>
      </p:sp>
      <p:pic>
        <p:nvPicPr>
          <p:cNvPr id="3" name="Picture 2" descr="03-ex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Extract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Compare</a:t>
            </a:r>
          </a:p>
        </p:txBody>
      </p:sp>
      <p:pic>
        <p:nvPicPr>
          <p:cNvPr id="3" name="Picture 2" descr="04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lvs_engine(); assert ok is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partial stages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toy without updating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lvs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