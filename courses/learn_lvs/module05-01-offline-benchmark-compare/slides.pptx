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lvs_compare_metrics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tiny_lvs.json; print sch_devices, lay_devices, matched_nets, mismatch_count,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lvs_compare_metrics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lvs_compare_metrics; print(lvs_compare_metrics())"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tiny_lvs.json; print sch_devices, lay_devices, matched_nets, mismatch_count,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lvs_compare_metrics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tiny_lvs.json; print sch_devices, lay_devices, matched_nets, mismatch_count,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lvs_compare_metrics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lvs_compare_metrics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tiny_lvs.json; print sch_devices, lay_devices, matched_nets, mismatch_count,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