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Device match checks binding plus type agreement (nmos↔nmos).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matched_devices=2.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device binding X0→mn1, X1→mp1.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layout type to schematic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X0 nmos matches mn1 nmos.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X1 pmos matches mp1 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matched_devices=2.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**device-match**. Run match; confirm 2 matched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match_devices(); assert count==2 and mismatch_count==0.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Matching by name only without type check. Skipping unbound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LVS graph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Device match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Device match checks binding plus type agreement (nmos↔nmos)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matched_devices=2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Bind</a:t>
            </a:r>
          </a:p>
        </p:txBody>
      </p:sp>
      <p:pic>
        <p:nvPicPr>
          <p:cNvPr id="3" name="Picture 2" descr="01-b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Type</a:t>
            </a:r>
          </a:p>
        </p:txBody>
      </p:sp>
      <p:pic>
        <p:nvPicPr>
          <p:cNvPr id="3" name="Picture 2" descr="02-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X0</a:t>
            </a:r>
          </a:p>
        </p:txBody>
      </p:sp>
      <p:pic>
        <p:nvPicPr>
          <p:cNvPr id="3" name="Picture 2" descr="03-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X1</a:t>
            </a:r>
          </a:p>
        </p:txBody>
      </p:sp>
      <p:pic>
        <p:nvPicPr>
          <p:cNvPr id="3" name="Picture 2" descr="04-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match_devices(); assert count==2 and mismatch_count==0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Matching by name only without type check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unbound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LVS graph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device 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