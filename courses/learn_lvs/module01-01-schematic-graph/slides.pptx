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LVS starts from the schematic — devices, nets, and pin edges before layout extract.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2 devices, 4 nets, mn1/mp1.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schematic devices: mn1 (nmos) and mp1 (pmos).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nets: a, y, vdd, vss.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device pin attaches to a net (G/D/S).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pin edges across mn1 and mp1.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device_count=2, net_count=4.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**schematic-graph**. Inspect tiny_lvs; confirm mn1/mp1 and 4 nets.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schematic_graph(); assert device_count==2 and net_count==4.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Counting layout shapes as schematic devices. Missing supply nets.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device recognition.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Schematic graph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LVS starts from the schematic , devices, nets, and pin edges before layout extract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learn_lvs — 01 schematic graph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2 devices, 4 nets, mn1/mp1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learn_lvs — 01 schematic graph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Devices</a:t>
            </a:r>
          </a:p>
        </p:txBody>
      </p:sp>
      <p:pic>
        <p:nvPicPr>
          <p:cNvPr id="3" name="Picture 2" descr="01-dev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Devices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learn_lvs — 01 schematic graph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Nets</a:t>
            </a:r>
          </a:p>
        </p:txBody>
      </p:sp>
      <p:pic>
        <p:nvPicPr>
          <p:cNvPr id="3" name="Picture 2" descr="02-n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Nets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learn_lvs — 01 schematic graph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Pins</a:t>
            </a:r>
          </a:p>
        </p:txBody>
      </p:sp>
      <p:pic>
        <p:nvPicPr>
          <p:cNvPr id="3" name="Picture 2" descr="03-pi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Pins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learn_lvs — 01 schematic graph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Edges</a:t>
            </a:r>
          </a:p>
        </p:txBody>
      </p:sp>
      <p:pic>
        <p:nvPicPr>
          <p:cNvPr id="3" name="Picture 2" descr="04-ed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Edges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learn_lvs — 01 schematic graph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learn_lvs — 01 schematic graph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learn_lvs — 01 schematic graph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schematic_graph(); assert device_count==2 and net_count==4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learn_lvs — 01 schematic graph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Counting layout shapes as schematic devices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Missing supply nets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learn_lvs — 01 schematic graph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device recognition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learn_lvs — 01 schematic graph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