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tiny_lvs: mn1/mp1 schematic; X0/X1 layout; 4 nets bound; matched_devices=2;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schematic graph, device recog, net extract, layout graph, binding, match, compare,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sch devices; X0/X1 layout; 4 nets; matched_devices=2; mismatch=0;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list the LVS pipeline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tiny_lvs: mn1/mp1 schematic; X0/X1 layout; 4 nets bound; matched_devices=2;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schematic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2 sch devices; X0/X1 layout; 4 nets; matched_devices=2; mismatch=0;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list the LVS pipeline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