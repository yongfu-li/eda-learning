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Device recognition maps layout shapes to MOS instances — nmos vs pmos.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nmos=1 pmos=1 (X0/X1).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Nine layout shapes: diff, poly, M1, implants.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X0 nmos from ndiff, poly, nplus.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X1 pmos from pdiff, poly, pplus.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Classify each layout device by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nmos=1, pmos=1.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**device-recog**. Select X0 and X1; confirm nmos/pmos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recognize_devices(); assert nmos==1 and pmos==1.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shapes instead of devices. Swapping nmos/pmos polarity.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net extraction.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Device recog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Device recognition maps layout shapes to MOS instances , nmos vs pmos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device recog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nmos=1 pmos=1 (X0/X1)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device recog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Shapes</a:t>
            </a:r>
          </a:p>
        </p:txBody>
      </p:sp>
      <p:pic>
        <p:nvPicPr>
          <p:cNvPr id="3" name="Picture 2" descr="01-sha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Shapes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device recog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X0</a:t>
            </a:r>
          </a:p>
        </p:txBody>
      </p:sp>
      <p:pic>
        <p:nvPicPr>
          <p:cNvPr id="3" name="Picture 2" descr="02-x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X0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device recog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X1</a:t>
            </a:r>
          </a:p>
        </p:txBody>
      </p:sp>
      <p:pic>
        <p:nvPicPr>
          <p:cNvPr id="3" name="Picture 2" descr="03-x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X1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device recog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Types</a:t>
            </a:r>
          </a:p>
        </p:txBody>
      </p:sp>
      <p:pic>
        <p:nvPicPr>
          <p:cNvPr id="3" name="Picture 2" descr="04-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device recog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device recog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device recog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recognize_devices(); assert nmos==1 and pmos==1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device recog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shapes instead of devices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Swapping nmos/pmos polarity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device recog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net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device recog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