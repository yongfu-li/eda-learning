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equivalence often unrolls both designs for k cycles and runs combinational CEC on the unrolled 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sequential_unroll(spec, 2) expands FF next_q = a XOR q into time-stamped gates q_0,a_0,a_1,q_1,q_2.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toy: state q, next_q = a XOR q, output y=q.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Unrolling k steps builds a combo circuit over time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Unroll adds a_0, a_1, … and q_0 as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frame copies the combo cone.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Bounded SEC compares unrolled behaviors for k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**sequential-unroll**. Show unrolled netlist view for n=2.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sequential_unroll(DATA['sequential']['spec'], 2); inspect gates and 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Unrolling without resetting state. Confusing PO y with next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sequential CEC 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Seq unroll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Sequential equivalence often unrolls both designs for k cycles and runs combinational CEC on the unrolled 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Sequential_unroll(spec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Flip-flop</a:t>
            </a:r>
          </a:p>
        </p:txBody>
      </p:sp>
      <p:pic>
        <p:nvPicPr>
          <p:cNvPr id="3" name="Picture 2" descr="01-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Flip-flop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Unroll k</a:t>
            </a:r>
          </a:p>
        </p:txBody>
      </p:sp>
      <p:pic>
        <p:nvPicPr>
          <p:cNvPr id="3" name="Picture 2" descr="02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Unroll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Frame PIs</a:t>
            </a:r>
          </a:p>
        </p:txBody>
      </p:sp>
      <p:pic>
        <p:nvPicPr>
          <p:cNvPr id="3" name="Picture 2" descr="03-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Frame 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Copied gates</a:t>
            </a:r>
          </a:p>
        </p:txBody>
      </p:sp>
      <p:pic>
        <p:nvPicPr>
          <p:cNvPr id="3" name="Picture 2" descr="04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Copied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unroll</a:t>
            </a:r>
          </a:p>
        </p:txBody>
      </p:sp>
      <p:pic>
        <p:nvPicPr>
          <p:cNvPr id="3" name="Picture 2" descr="05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 unroll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sequential_unroll(DATA['sequential']['spec'], 2); inspect gates and 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Unrolling without resetting state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PO y with next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sequential CEC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sequential unroll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