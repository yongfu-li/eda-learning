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miter merges spec and impl and XORs their outputs — equivalent designs yield miter PO=0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build_miter(spec, impl_good) adds i_-prefixed impl gates and miter_xor = spec_f XOR impl_f.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miter XORs the two POs under shared 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Prefix impl gates, XOR spec g2 with i_g5.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good pair, miter output is 0 on every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cex, bad miter outputs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SAT/BDD CEC asks whether miter_out can be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**miter-build**. Build miter; highlight XOR output; confirm all-zero for good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build_miter(spec, impl_good); miter_output must be 0 on every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XORing inputs instead of outputs. Forgetting to clear old output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exhaustive truth-table CEC.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Miter build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miter merges spec and impl and XORs their outputs , equivalent designs yield miter PO=0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Build_miter(spec, impl_good) adds i_-prefixed impl gates and miter_xor = spec_f XOR impl_f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XOR outputs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XOR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Build good miter</a:t>
            </a:r>
          </a:p>
        </p:txBody>
      </p:sp>
      <p:pic>
        <p:nvPicPr>
          <p:cNvPr id="3" name="Picture 2" descr="02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Build good miter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Good → all zero</a:t>
            </a:r>
          </a:p>
        </p:txBody>
      </p:sp>
      <p:pic>
        <p:nvPicPr>
          <p:cNvPr id="3" name="Picture 2" descr="03-z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Good → all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Bad → one</a:t>
            </a:r>
          </a:p>
        </p:txBody>
      </p:sp>
      <p:pic>
        <p:nvPicPr>
          <p:cNvPr id="3" name="Picture 2" descr="04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Bad →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miters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miters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build_miter(spec, impl_good); miter_output must be 0 on every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XORing inputs instead of outputs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clear old output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exhaustive truth-table CEC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miter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