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Sequential CEC asks whether two FSMs agree on all input sequences — we check 2 unroll steps as literacy.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sequential_cec_lite enumerates input sequences; spec vs impl_good match; impl_bad diverges when a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XOR impl matches OR-of-ANDs for 2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NOT-q impl ignores a and fails within 2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bounded SEC — not full infinite-horizon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start from q=0.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compare, then wrap toward formal / 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**sequential-cec**. Run 2-step SEC on good vs bad sequential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sequential_cec_lite(seq_spec, seq_good, 2) True; seq_bad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Checking one reset cycle only. Comparing comb outputs without state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benchmark, then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Sequential CEC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Sequential CEC asks whether two FSMs agree on all input sequences , we check 2 unroll steps as literacy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sequential cec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Sequential_cec_lite enumerates input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sequential cec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Good SEC</a:t>
            </a:r>
          </a:p>
        </p:txBody>
      </p:sp>
      <p:pic>
        <p:nvPicPr>
          <p:cNvPr id="3" name="Picture 2" descr="01-g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Good 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sequential cec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Bad SEC</a:t>
            </a:r>
          </a:p>
        </p:txBody>
      </p:sp>
      <p:pic>
        <p:nvPicPr>
          <p:cNvPr id="3" name="Picture 2" descr="02-b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Bad 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sequential cec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Bounded only</a:t>
            </a:r>
          </a:p>
        </p:txBody>
      </p:sp>
      <p:pic>
        <p:nvPicPr>
          <p:cNvPr id="3" name="Picture 2" descr="03-b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Bounded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sequential cec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Same init</a:t>
            </a:r>
          </a:p>
        </p:txBody>
      </p:sp>
      <p:pic>
        <p:nvPicPr>
          <p:cNvPr id="3" name="Picture 2" descr="04-i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Same init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sequential cec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Done</a:t>
            </a:r>
          </a:p>
        </p:txBody>
      </p:sp>
      <p:pic>
        <p:nvPicPr>
          <p:cNvPr id="3" name="Picture 2" descr="05-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sequential cec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sequential cec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sequential_cec_lite(seq_spec, seq_good, 2) True; seq_bad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sequential cec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Checking one reset cycle only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Comparing comb outputs without state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sequential cec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offline benchmark, then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05 sequential cec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