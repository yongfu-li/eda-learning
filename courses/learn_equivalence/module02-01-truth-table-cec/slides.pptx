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Truth-table CEC enumerates every PI assignment — fine for tiny circuits, infeasible for wide buses.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truth_table_cec walks all 8 rows; returns equivalent=True or counterexample 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PIs → 8 assignments to exhaust.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truth_table_cec(spec, good) → equivalent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Bad fails; first mismatch is the counterexample.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counterexample a=1, b=1, c=0.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Exhaustive CEC is literacy; real tools use SAT/BDD.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**truth-table-cec**. Run CEC on good and bad pairs; read counterexample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truth_table_cec(spec, impl_good) and (spec, impl_bad); assert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Stopping at first match instead of first mismatch. Missing a PI bit in enumeration.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structural hashing / FRAIG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Truth-table CEC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Truth-table CEC enumerates every PI assignment , fine for tiny circuits, infeasible for wide buses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Truth_table_cec walks all 8 rows; returns equivalent=True or counterexample 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Eight rows</a:t>
            </a:r>
          </a:p>
        </p:txBody>
      </p:sp>
      <p:pic>
        <p:nvPicPr>
          <p:cNvPr id="3" name="Picture 2" descr="01-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Eight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Good passes</a:t>
            </a:r>
          </a:p>
        </p:txBody>
      </p:sp>
      <p:pic>
        <p:nvPicPr>
          <p:cNvPr id="3" name="Picture 2" descr="02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Good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Bad fails</a:t>
            </a:r>
          </a:p>
        </p:txBody>
      </p:sp>
      <p:pic>
        <p:nvPicPr>
          <p:cNvPr id="3" name="Picture 2" descr="03-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Bad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Cex a1b1c0</a:t>
            </a:r>
          </a:p>
        </p:txBody>
      </p:sp>
      <p:pic>
        <p:nvPicPr>
          <p:cNvPr id="3" name="Picture 2" descr="04-c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Cex a1b1c0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Scales poorly</a:t>
            </a:r>
          </a:p>
        </p:txBody>
      </p:sp>
      <p:pic>
        <p:nvPicPr>
          <p:cNvPr id="3" name="Picture 2" descr="05-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Scales poorly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truth_table_cec(spec, impl_good) and (spec, impl_bad); assert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at first match instead of first mismatch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a PI bit in enumeration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structural hashing / FRAIG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truth table cec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