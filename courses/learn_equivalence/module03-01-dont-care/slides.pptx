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 specs have don't-cares — CEC must only compare care inputs, not illegal or unconstrained bits.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dont_care_mask with c fixed to 0 still finds a=1,b=1,c=0 mismatch on impl_bad.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Don't-cares mark PIs as X (−1) or fixed 0/1.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Mask with c fixed to 0 still catches the bad cex.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Fixed bits shrink the checked assignment 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X on a bit means both 0/1 are allowed for that 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Synthesis don't-cares feed CEC care sets in industrial flows.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**dont-care**. Set c care=0; run masked CEC; read reduced row 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dont_care_mask(spec, impl_bad, {'a':-1,'b':-1,'c':0}).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Treating X as 0. Checking illegal input combinations as failures.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sequential unrolling.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Don't-care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Real specs have don't-cares , CEC must only compare care inputs, not illegal or unconstrained bits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learn_equivalence — 01 dont care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Dont_care_mask with c fixed to 0 still finds a=1,b=1,c=0 mismatch on impl_bad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learn_equivalence — 01 dont care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Care mask</a:t>
            </a:r>
          </a:p>
        </p:txBody>
      </p:sp>
      <p:pic>
        <p:nvPicPr>
          <p:cNvPr id="3" name="Picture 2" descr="01-ma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Care mask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learn_equivalence — 01 dont care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Fix c=0</a:t>
            </a:r>
          </a:p>
        </p:txBody>
      </p:sp>
      <p:pic>
        <p:nvPicPr>
          <p:cNvPr id="3" name="Picture 2" descr="02-fix-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Fix c=0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learn_equivalence — 01 dont care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Fewer rows</a:t>
            </a:r>
          </a:p>
        </p:txBody>
      </p:sp>
      <p:pic>
        <p:nvPicPr>
          <p:cNvPr id="3" name="Picture 2" descr="03-fe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Fewer rows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learn_equivalence — 01 dont care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X means ignore</a:t>
            </a:r>
          </a:p>
        </p:txBody>
      </p:sp>
      <p:pic>
        <p:nvPicPr>
          <p:cNvPr id="3" name="Picture 2" descr="04-x-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X means ignore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learn_equivalence — 01 dont care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Real DC</a:t>
            </a:r>
          </a:p>
        </p:txBody>
      </p:sp>
      <p:pic>
        <p:nvPicPr>
          <p:cNvPr id="3" name="Picture 2" descr="05-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Real DC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learn_equivalence — 01 dont care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learn_equivalence — 01 dont care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dont_care_mask(spec, impl_bad, {'a':-1,'b':-1,'c':0})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learn_equivalence — 01 dont care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Treating X as 0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Checking illegal input combinations as failures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learn_equivalence — 01 dont care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sequential unrolling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learn_equivalence — 01 dont care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