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A prints combo_pair_report without the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Load tiny_equiv.json; print truth_table_rows=8, cex a=1,b=1,c=0, miter_good_all_zero=True.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combo_pair_report metrics offline: 8 rows, spec≡impl_good, spec≡impl_bad, miter all-zero, CNF clauses.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Skipping goldens on tiny_equiv (8 rows, cex a=1,b=1,c=0).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Hook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Track A prints combo_pair_report without the browser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offline benchmark 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tiny_equiv.json; print truth_table_rows=8, cex a=1,b=1,c=0, miter_good_all_zero=True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offline benchmark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you will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Compare combo_pair_report metrics offline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offline benchmark compare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Skipping goldens on tiny_equiv (8 rows, cex a=1,b=1,c=0)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offline benchmark compare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offline benchmark compare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learn_equivalence — 01 offline benchmark 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