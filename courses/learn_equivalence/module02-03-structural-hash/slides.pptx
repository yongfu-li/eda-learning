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Structural hashing finds functionally identical subexpressions — the idea behind FRAIG and AIG strashing.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 has 2 unique gates; impl_good has 5 gates but fewer unique hashes after sharing literals.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FRAIG-lite hashes each gate by (op, sorted child hashes).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 has 2 gates → 2 unique hashes on the toy.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rewrite has more gates; fraig_nodes = unique hashes.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Different structures can still be functionally equal.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Structural hashing cleans duplicates before CEC.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**structural-hash**. Highlight hash buckets; compare spec vs impl_good gate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structural_hash_stats(spec) and fraig_lite(impl_good).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Hashing by gate id instead of structure. Expecting full industrial FRAIG fixpoint.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SAT / CNF encoding 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Struct hash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Structural hashing finds functionally identical subexpressions , the idea behind FRAIG and AIG strashing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03 structural hash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Spec has 2 unique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03 structural hash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Hash signatures</a:t>
            </a:r>
          </a:p>
        </p:txBody>
      </p:sp>
      <p:pic>
        <p:nvPicPr>
          <p:cNvPr id="3" name="Picture 2" descr="01-id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Hash signatures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03 structural hash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Spec hashes</a:t>
            </a:r>
          </a:p>
        </p:txBody>
      </p:sp>
      <p:pic>
        <p:nvPicPr>
          <p:cNvPr id="3" name="Picture 2" descr="02-sp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Spec hashes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03 structural hash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Good fraig</a:t>
            </a:r>
          </a:p>
        </p:txBody>
      </p:sp>
      <p:pic>
        <p:nvPicPr>
          <p:cNvPr id="3" name="Picture 2" descr="03-go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Good fraig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03 structural hash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Not enough alone</a:t>
            </a:r>
          </a:p>
        </p:txBody>
      </p:sp>
      <p:pic>
        <p:nvPicPr>
          <p:cNvPr id="3" name="Picture 2" descr="04-lim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Not enough alone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03 structural hash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Cleanup first</a:t>
            </a:r>
          </a:p>
        </p:txBody>
      </p:sp>
      <p:pic>
        <p:nvPicPr>
          <p:cNvPr id="3" name="Picture 2" descr="05-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Cleanup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03 structural hash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03 structural hash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structural_hash_stats(spec) and fraig_lite(impl_good)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03 structural hash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Hashing by gate id instead of structure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Expecting full industrial FRAIG fixpoint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03 structural hash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SAT / CNF encoding lite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03 structural hash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