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Equivalence checking always compares two circuits: a golden spec and a candidate implementation.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Spec computes f=(a∧b)∨c with two gates; impl_good rewrites with De Morgan; impl_bad uses (a∧b)∧c — same PIs, different logic.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Spec computes f = (a∧b)∨c with two gates.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Impl good is a De Morgan form of the same function.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Impl bad uses (a∧b)∧c — wrong when c=0.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 a=1,b=1,c=0: spec=1, good=1, bad=0.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Prove good ≡ spec; find a witness that bad ≢ spec.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**spec-impl**. Compare spec vs impl_good vs impl_bad truth tables side by 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Load tiny_equiv.json; call evaluate_circuit on spec and both impls for all 8 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Swapping spec and impl. Comparing only one input corner.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build the miter (XOR of outputs).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Spec vs impl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Equivalence checking always compares two circuits: a golden spec and a candidate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01 spec impl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Spec computes f=(a∧b)∨c with two gates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01 spec impl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Spec netlist</a:t>
            </a:r>
          </a:p>
        </p:txBody>
      </p:sp>
      <p:pic>
        <p:nvPicPr>
          <p:cNvPr id="3" name="Picture 2" descr="01-sp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Spec netlist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01 spec impl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Good rewrite</a:t>
            </a:r>
          </a:p>
        </p:txBody>
      </p:sp>
      <p:pic>
        <p:nvPicPr>
          <p:cNvPr id="3" name="Picture 2" descr="02-go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Good rewrite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01 spec impl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Bad rewrite</a:t>
            </a:r>
          </a:p>
        </p:txBody>
      </p:sp>
      <p:pic>
        <p:nvPicPr>
          <p:cNvPr id="3" name="Picture 2" descr="03-b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Bad rewrite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01 spec impl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Eval at cex</a:t>
            </a:r>
          </a:p>
        </p:txBody>
      </p:sp>
      <p:pic>
        <p:nvPicPr>
          <p:cNvPr id="3" name="Picture 2" descr="04-e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Eval at cex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01 spec impl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CEC goal</a:t>
            </a:r>
          </a:p>
        </p:txBody>
      </p:sp>
      <p:pic>
        <p:nvPicPr>
          <p:cNvPr id="3" name="Picture 2" descr="05-go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CEC goal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01 spec impl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01 spec impl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Load tiny_equiv.json; call evaluate_circuit on spec and both impls for all 8 rows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01 spec impl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Swapping spec and impl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Comparing only one input corner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01 spec impl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build the miter (XOR of outputs)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01 spec impl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