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CEC fails, the counterexample is your shortest bug story — one input pattern where POs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find_counterexample(spec, impl_bad) returns {'a':1,'b':1,'c':0}; spec_out=1, impl_out=0.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find_counterexample(spec, bad) returns a=1,b=1,c=0.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the cex, spec=1 and bad=0 — clear mismatch.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Bad miter at cex outputs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Change bad AND to OR with c (or use good rewrite).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fix, truth-table CEC should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**counterexample**. Load bad impl; highlight cex row in truth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find_counterexample(spec, impl_bad); print spec and impl PO at cex.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Ignoring cex and random sim. Fixing only one corner without regression.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don't-care CEC.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Counterexample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When CEC fails, the counterexample is your shortest bug story , one input pattern where POs differ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07 counterexample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Find_counterexample(spec, impl_bad) returns {'a':1,'b':1,'c':0}; spec_out=1, impl_out=0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07 counterexample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Find cex</a:t>
            </a:r>
          </a:p>
        </p:txBody>
      </p:sp>
      <p:pic>
        <p:nvPicPr>
          <p:cNvPr id="3" name="Picture 2" descr="01-fi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Find cex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07 counterexample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Simulate both</a:t>
            </a:r>
          </a:p>
        </p:txBody>
      </p:sp>
      <p:pic>
        <p:nvPicPr>
          <p:cNvPr id="3" name="Picture 2" descr="02-s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Simulate both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07 counterexample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Miter lights</a:t>
            </a:r>
          </a:p>
        </p:txBody>
      </p:sp>
      <p:pic>
        <p:nvPicPr>
          <p:cNvPr id="3" name="Picture 2" descr="03-mi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Miter 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07 counterexample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Fix the bug</a:t>
            </a:r>
          </a:p>
        </p:txBody>
      </p:sp>
      <p:pic>
        <p:nvPicPr>
          <p:cNvPr id="3" name="Picture 2" descr="04-f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Fix the bug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07 counterexample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Recheck CEC</a:t>
            </a:r>
          </a:p>
        </p:txBody>
      </p:sp>
      <p:pic>
        <p:nvPicPr>
          <p:cNvPr id="3" name="Picture 2" descr="05-re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Recheck CEC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07 counterexample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07 counterexample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find_counterexample(spec, impl_bad); print spec and impl PO at cex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07 counterexample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cex and random sim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Fixing only one corner without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07 counterexample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don't-care CEC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07 counterexample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