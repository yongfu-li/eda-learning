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Industrial CEC uses SAT on a miter — first learn clause count on a tiny netlist.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encode_sat_cnf_lite assigns PI vars 1..3 and adds clauses per AND/OR/NOT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gate becomes a few CNF clauses (Tseitin).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encode_sat_cnf_lite(spec) yields positive clause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SAT: can bad miter output be 1?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Tiny DPLL finds the bad miter satisfiable → not equivalent.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miter=1 is UNSAT, circuits are equivalent.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**sat-cnf-lite**. Show CNF stats; toggle assert PO=1 and run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encode_sat_cnf_lite(spec); print num_vars, num_clauses; sat_satisfiable on asserted 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CNF on outputs without Tseitin auxiliaries. Expecting full Glucose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counterexample debug from CEC.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SAT CNF lite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Industrial CEC uses SAT on a miter , first learn clause count on a tiny netlist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05 sat cnf 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Encode_sat_cnf_lite assigns PI vars 1..3 and adds clauses per AND/OR/NOT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05 sat cnf lite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Tseitin encode</a:t>
            </a:r>
          </a:p>
        </p:txBody>
      </p:sp>
      <p:pic>
        <p:nvPicPr>
          <p:cNvPr id="3" name="Picture 2" descr="01-tseit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Tseitin encode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05 sat cnf lite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Spec CNF</a:t>
            </a:r>
          </a:p>
        </p:txBody>
      </p:sp>
      <p:pic>
        <p:nvPicPr>
          <p:cNvPr id="3" name="Picture 2" descr="02-sp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Spec CNF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05 sat cnf lite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Assert miter=1</a:t>
            </a:r>
          </a:p>
        </p:txBody>
      </p:sp>
      <p:pic>
        <p:nvPicPr>
          <p:cNvPr id="3" name="Picture 2" descr="03-ass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Assert miter=1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05 sat cnf lite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SAT finds diff</a:t>
            </a:r>
          </a:p>
        </p:txBody>
      </p:sp>
      <p:pic>
        <p:nvPicPr>
          <p:cNvPr id="3" name="Picture 2" descr="04-s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SAT finds diff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05 sat cnf lite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UNSAT means equiv</a:t>
            </a:r>
          </a:p>
        </p:txBody>
      </p:sp>
      <p:pic>
        <p:nvPicPr>
          <p:cNvPr id="3" name="Picture 2" descr="05-uns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UNSAT means equiv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05 sat cnf 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05 sat cnf lite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encode_sat_cnf_lite(spec)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05 sat cnf lite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CNF on outputs without Tseitin auxiliaries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Expecting full Glucose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05 sat cnf lite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counterexample debug from CEC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05 sat cnf lite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