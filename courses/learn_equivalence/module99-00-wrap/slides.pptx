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prove tiny_equiv: truth-table CEC, miter PO=0 when equivalent, and 2-step sequential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Natural next: formal property checking courses or full industrial CEC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spec/impl, miter XOR, 8-row CEC, structural hash, SAT CNF lite, cex a=1,b=1,c=0, sequential unroll/SEC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 on tiny_equiv (8 rows, cex a=1,b=1,c=0).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can prove tiny_equiv: truth-table CEC, miter PO=0 when equivalent, and 2-step sequential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Natural next: formal property checking courses or full industrial CEC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Recap spec/impl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wrap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 on tiny_equiv (8 rows, cex a=1,b=1,c=0)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wrap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wrap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