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synthesis you must prove the netlist matches the spec — equivalence checking is the formal backbone of ECO and signoff.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course uses tiny_equiv: spec f=(a∧b)∨c over PIs a,b,c; impl_good De Morgan equivalent; impl_bad differs at a=1,b=1,c=0; sequential XOR pair for unroll/SEC 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combinational and sequential equivalence: spec vs impl, miter, truth-table CEC, SAT lite, counterexamples.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goldens on tiny_equiv (8 rows, cex a=1,b=1,c=0).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Hook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After synthesis you must prove the netlist matches the 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This course uses tiny_equiv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Explain combinational and sequential equivalence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goldens on tiny_equiv (8 rows, cex a=1,b=1,c=0)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00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