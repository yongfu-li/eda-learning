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spice_compare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tiny_spice.json; print element_count, mna_size, dc_v2, nr_iters, tran_final_v2,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spice_compare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spice_compare; print(spice_compare())"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tiny_spice.json; print element_count, mna_size, dc_v2, nr_iters, tran_final_v2,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spice_compare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tiny_spice.json; print element_count, mna_size, dc_v2, nr_iters, tran_final_v2,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spice_compare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spice_compare; print(spice_compare())"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tiny_spice.json; print element_count, mna_size, dc_v2, nr_iters, tran_final_v2,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