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Nonlinear devices expose i(v) and g=di/dv to the MNA Newton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diode_loop_newton converges; callback returns i and g at vd.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Diode current Is(exp(v/Vt)-1).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Conductance for Jacobian.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Series R+diode Newton.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diode_loop_newton converges.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Callbacks plug into MNA 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**device-callbacks**. Run callback + 1-D loop; confirm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device_callback_diode(0.0) and diode_loop_newton(); assert converged.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linear diode model. Forgetting companion conductance in transient.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backward-Euler transient on 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callbacks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Nonlinear devices expose i(v) and g=di/dv to the MNA Newton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diode_loop_newton converges; callback returns i and g at vd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i(v)</a:t>
            </a:r>
          </a:p>
        </p:txBody>
      </p:sp>
      <p:pic>
        <p:nvPicPr>
          <p:cNvPr id="3" name="Picture 2" descr="01-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i(v)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g=di/dv</a:t>
            </a:r>
          </a:p>
        </p:txBody>
      </p:sp>
      <p:pic>
        <p:nvPicPr>
          <p:cNvPr id="3" name="Picture 2" descr="02-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g=di/dv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1-D loop</a:t>
            </a:r>
          </a:p>
        </p:txBody>
      </p:sp>
      <p:pic>
        <p:nvPicPr>
          <p:cNvPr id="3" name="Picture 2" descr="03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1-D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Converge</a:t>
            </a:r>
          </a:p>
        </p:txBody>
      </p:sp>
      <p:pic>
        <p:nvPicPr>
          <p:cNvPr id="3" name="Picture 2" descr="04-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Converge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Hook</a:t>
            </a:r>
          </a:p>
        </p:txBody>
      </p:sp>
      <p:pic>
        <p:nvPicPr>
          <p:cNvPr id="3" name="Picture 2" descr="05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device_callback_diode(0.0) and diode_loop_newton(); assert converged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linear diode model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companion conductance in transient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backward-Euler transient on 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device callbacks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