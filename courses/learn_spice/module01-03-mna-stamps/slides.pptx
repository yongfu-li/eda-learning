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Modified nodal analysis builds G and b by stamping each element into a shared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mna size 3 — unknowns v1, v2, branch current i_Vin.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Conductance 1/R into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Voltage source adds branch current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dense G for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RHS holds source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MNA size=3.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**mna-stamps**. Build MNA; confirm matrix size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build_mna_linear_dc(); assert size==3.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voltage-source branch currents. Stamping C or D in linear DC 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solve linear DC for V2=3.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MNA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Modified nodal analysis builds G and b by stamping each element into a shared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mna size 3 , unknowns v1, v2, branch current i_Vin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Stamp R</a:t>
            </a:r>
          </a:p>
        </p:txBody>
      </p:sp>
      <p:pic>
        <p:nvPicPr>
          <p:cNvPr id="3" name="Picture 2" descr="01-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Stamp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Stamp V</a:t>
            </a:r>
          </a:p>
        </p:txBody>
      </p:sp>
      <p:pic>
        <p:nvPicPr>
          <p:cNvPr id="3" name="Picture 2" descr="02-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Stamp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Matrix G</a:t>
            </a:r>
          </a:p>
        </p:txBody>
      </p:sp>
      <p:pic>
        <p:nvPicPr>
          <p:cNvPr id="3" name="Picture 2" descr="03-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Matrix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RHS b</a:t>
            </a:r>
          </a:p>
        </p:txBody>
      </p:sp>
      <p:pic>
        <p:nvPicPr>
          <p:cNvPr id="3" name="Picture 2" descr="04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RHS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Size 3</a:t>
            </a:r>
          </a:p>
        </p:txBody>
      </p:sp>
      <p:pic>
        <p:nvPicPr>
          <p:cNvPr id="3" name="Picture 2" descr="05-s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Size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build_mna_linear_dc(); assert size==3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voltage-source branch currents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Stamping C or D in linear DC 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solve linear DC for V2=3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mna stamps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