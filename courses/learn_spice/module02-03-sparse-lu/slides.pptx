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SPICE uses sparse LU — count nonzeros and inspect L/U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nnz=6 on the toy MNA conductance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nonzeros in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triangular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Upper triangular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Solve Ly=b then Ux=y.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nnz=6 on toy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**sparse-lu**. Factor G; confirm nnz=6.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sparse_lu_lite(G from dc_linear_solve); assert nnz==6.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Confusing nnz with matrix dimension. Expecting fill-in on this tiny dense 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Newton-Raphson on the same stamps.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sparse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Production SPICE uses sparse LU , count nonzeros and inspect L/U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nnz=6 on the toy MNA conductance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NNZ</a:t>
            </a:r>
          </a:p>
        </p:txBody>
      </p:sp>
      <p:pic>
        <p:nvPicPr>
          <p:cNvPr id="3" name="Picture 2" descr="01-n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NNZ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Factor L</a:t>
            </a:r>
          </a:p>
        </p:txBody>
      </p:sp>
      <p:pic>
        <p:nvPicPr>
          <p:cNvPr id="3" name="Picture 2" descr="02-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Factor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Factor U</a:t>
            </a:r>
          </a:p>
        </p:txBody>
      </p:sp>
      <p:pic>
        <p:nvPicPr>
          <p:cNvPr id="3" name="Picture 2" descr="03-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Factor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Fwd/back idea</a:t>
            </a:r>
          </a:p>
        </p:txBody>
      </p:sp>
      <p:pic>
        <p:nvPicPr>
          <p:cNvPr id="3" name="Picture 2" descr="04-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Fwd/back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NNZ 6</a:t>
            </a:r>
          </a:p>
        </p:txBody>
      </p:sp>
      <p:pic>
        <p:nvPicPr>
          <p:cNvPr id="3" name="Picture 2" descr="05-n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NNZ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sparse_lu_lite(G from dc_linear_solve); assert nnz==6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nnz with matrix dimension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fill-in on this tiny dense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Newton-Raphson on the same 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03 sparse 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