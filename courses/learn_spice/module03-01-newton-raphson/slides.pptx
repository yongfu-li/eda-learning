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Newton-Raphson linearizes nonlinear devices and iterates until the residual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1 iteration with linear-only stamps; v2=3.0.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linear 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Restamp G each iteration.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Solve and update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when |dx|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1 iter, v2=3.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**newton-raphson**. Run NR without diode; confirm 1 iter and v2=3.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newton_raphson_dc(include_diode=False); assert iters==1 and v2≈3.0.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Enabling diode when the lesson is linear convergence. Wrong tolerance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device callbacks for diodes.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Newton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Newton-Raphson linearizes nonlinear devices and iterates until the residual drops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newton raphson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1 iteration with linear-only stamps; v2=3.0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newton raphson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Guess</a:t>
            </a:r>
          </a:p>
        </p:txBody>
      </p:sp>
      <p:pic>
        <p:nvPicPr>
          <p:cNvPr id="3" name="Picture 2" descr="01-gu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Guess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newton raphson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Jacobian</a:t>
            </a:r>
          </a:p>
        </p:txBody>
      </p:sp>
      <p:pic>
        <p:nvPicPr>
          <p:cNvPr id="3" name="Picture 2" descr="02-j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Jacobian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newton raphson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Update</a:t>
            </a:r>
          </a:p>
        </p:txBody>
      </p:sp>
      <p:pic>
        <p:nvPicPr>
          <p:cNvPr id="3" name="Picture 2" descr="03-u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newton raphson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Residual</a:t>
            </a:r>
          </a:p>
        </p:txBody>
      </p:sp>
      <p:pic>
        <p:nvPicPr>
          <p:cNvPr id="3" name="Picture 2" descr="04-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newton raphson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Converged</a:t>
            </a:r>
          </a:p>
        </p:txBody>
      </p:sp>
      <p:pic>
        <p:nvPicPr>
          <p:cNvPr id="3" name="Picture 2" descr="05-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Converged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newton raphson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newton raphson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newton_raphson_dc(include_diode=False); assert iters==1 and v2≈3.0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newton raphson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Enabling diode when the lesson is linear convergence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tolerance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newton raphson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device callbacks for diodes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newton raphson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