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SPICE runs OP first, initializes storage elements, then steps TRAN.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OP V2=3.0; TRAN from v2_init=0 → final_v2≈2.255181.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 DC operating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capacitor from 0 for TRAN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 BE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 then TRAN is the classic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DC and TRAN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**op-tran-pipeline**. Run OP then TRAN; compare v2 at OP vs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dc_linear_solve() then transient_be(v2_init=0.0); report both v2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TRAN from OP cap voltage when lab sets v2_init=0. Skipping OP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full spice_engine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pipeline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Production SPICE runs OP first, initializes storage elements, then steps TRAN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op tran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OP V2=3.0; TRAN from v2_init=0 → final_v2≈2.255181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op tran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OP</a:t>
            </a:r>
          </a:p>
        </p:txBody>
      </p:sp>
      <p:pic>
        <p:nvPicPr>
          <p:cNvPr id="3" name="Picture 2" descr="01-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op tran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Init C</a:t>
            </a:r>
          </a:p>
        </p:txBody>
      </p:sp>
      <p:pic>
        <p:nvPicPr>
          <p:cNvPr id="3" name="Picture 2" descr="02-i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Init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op tran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Step loop</a:t>
            </a:r>
          </a:p>
        </p:txBody>
      </p:sp>
      <p:pic>
        <p:nvPicPr>
          <p:cNvPr id="3" name="Picture 2" descr="03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Step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op tran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Pipeline</a:t>
            </a:r>
          </a:p>
        </p:txBody>
      </p:sp>
      <p:pic>
        <p:nvPicPr>
          <p:cNvPr id="3" name="Picture 2" descr="04-p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op tran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Report</a:t>
            </a:r>
          </a:p>
        </p:txBody>
      </p:sp>
      <p:pic>
        <p:nvPicPr>
          <p:cNvPr id="3" name="Picture 2" descr="05-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op tran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op tran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dc_linear_solve() then transient_be(v2_init=0.0); report both v2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op tran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Starting TRAN from OP cap voltage when lab sets v2_init=0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OP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op tran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full spice_engine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op tran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