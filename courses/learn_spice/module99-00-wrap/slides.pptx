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solved tiny_spice: 5 elements, MNA size 3, V2=3 DC, BE final≈2.255, engine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Natural next: learn_power or learn_pex / learn_erc.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netlist, MNA, LU, Newton, callbacks, transient, engine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elements; MNA size 3; V2=3 DC; nnz=6; NR 1 iter; final_v2≈2.255181; engine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Natural next: learn_power or learn_pex / learn_erc.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 the wrap done when you can explain OP vs TRAN on tiny_spice.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Wrap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You solved tiny_spice: 5 elements, MNA size 3, V2=3 DC, BE final≈2.255, engine 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00 wrap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Natural next: learn_power or learn_pex / learn_erc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00 wrap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Recap netlist, MNA, LU, Newton, callbacks, transient, engine 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00 wrap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5 elements; MNA size 3; V2=3 DC; nnz=6; NR 1 iter; final_v2≈2.255181; engine 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00 wrap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Natural next: learn_power or learn_pex / learn_erc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00 wrap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Mark the wrap done when you can explain OP vs TRAN on tiny_spice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00 wrap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