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tiny engine chains DC, NR, transient, and diode checks on one netlist.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dc_v2=3, nr converged, tran final_v2≈2.255181, diode NR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Linear DC V2=3.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NR converges in 1 iter.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transient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1-D diode Newton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 engine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**spice-engine**. Run engine; confirm all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spice_engine(); assert ok, dc_v2≈3.0, nr_converged, diode converged.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Reporting partial results. Mixing linear and nonlinear paths inconsistently.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benchmark compare, then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engine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tiny engine chains DC, NR, transient, and diode checks on one netlist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spice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dc_v2=3, nr converged, tran final_v2≈2.255181, diode NR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spice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DC</a:t>
            </a:r>
          </a:p>
        </p:txBody>
      </p:sp>
      <p:pic>
        <p:nvPicPr>
          <p:cNvPr id="3" name="Picture 2" descr="01-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spice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NR</a:t>
            </a:r>
          </a:p>
        </p:txBody>
      </p:sp>
      <p:pic>
        <p:nvPicPr>
          <p:cNvPr id="3" name="Picture 2" descr="02-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spice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TRAN</a:t>
            </a:r>
          </a:p>
        </p:txBody>
      </p:sp>
      <p:pic>
        <p:nvPicPr>
          <p:cNvPr id="3" name="Picture 2" descr="03-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spice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Diode NR</a:t>
            </a:r>
          </a:p>
        </p:txBody>
      </p:sp>
      <p:pic>
        <p:nvPicPr>
          <p:cNvPr id="3" name="Picture 2" descr="04-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Diode NR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spice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OK</a:t>
            </a:r>
          </a:p>
        </p:txBody>
      </p:sp>
      <p:pic>
        <p:nvPicPr>
          <p:cNvPr id="3" name="Picture 2" descr="05-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spice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spice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spice_engine(); assert ok, dc_v2≈3.0, nr_converged, diode converged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spice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Reporting partial results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linear and nonlinear paths inconsistently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spice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offline benchmark compare, then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spice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