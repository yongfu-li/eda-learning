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Transient analysis steps time: capacitors use companion models at each dt.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dt=0.5, 4 steps, final_v2≈2.255181 (BE RC from v2_init=0).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→ G=C/dt + history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dt=0.5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BE step from v2=0.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steps toward 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 final≈2.255.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**transient-be**. Run BE; confirm final_v2≈2.255181.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transient_be(dt=0.5, steps=4); assert abs(final_v2-2.255181)&lt;1e-5.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forward Euler by mistake. Wrong initial capacitor voltage.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OP then TRAN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transient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Transient analysis steps time: capacitors use companion models at each dt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dt=0.5, 4 steps, final_v2≈2.255181 (BE RC from v2_init=0)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Companion</a:t>
            </a:r>
          </a:p>
        </p:txBody>
      </p:sp>
      <p:pic>
        <p:nvPicPr>
          <p:cNvPr id="3" name="Picture 2" descr="01-co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dt</a:t>
            </a:r>
          </a:p>
        </p:txBody>
      </p:sp>
      <p:pic>
        <p:nvPicPr>
          <p:cNvPr id="3" name="Picture 2" descr="02-d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1</a:t>
            </a:r>
          </a:p>
        </p:txBody>
      </p:sp>
      <p:pic>
        <p:nvPicPr>
          <p:cNvPr id="3" name="Picture 2" descr="03-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Waveform</a:t>
            </a:r>
          </a:p>
        </p:txBody>
      </p:sp>
      <p:pic>
        <p:nvPicPr>
          <p:cNvPr id="3" name="Picture 2" descr="04-w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Waveform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Final</a:t>
            </a:r>
          </a:p>
        </p:txBody>
      </p:sp>
      <p:pic>
        <p:nvPicPr>
          <p:cNvPr id="3" name="Picture 2" descr="05-f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transient_be(dt=0.5, steps=4); assert abs(final_v2-2.255181)&lt;1e-5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forward Euler by mistake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Wrong initial capacitor voltage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OP then TRAN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learn_spice — 01 transient be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