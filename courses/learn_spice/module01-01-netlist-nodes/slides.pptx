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SPICE solve starts from a netlist — nodes, elements, and a ground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5 elements, 2 unknown nodes (1, 2), ground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netlist with five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 0 is ground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Unknown voltages: nodes 1 and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V, R, R, C, D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element_count=5.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**netlist-nodes**. Inspect tiny_spice; confirm 5 elements and 2 unknown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netlist_stats(); assert element_count==5, unknown_nodes==2, ground=='0'.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ground as unknown. Ignoring element ids vs node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stamp R and V into MNA.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netlists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Every SPICE solve starts from a netlist , nodes, elements, and a ground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netlist nodes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5 elements, 2 unknown nodes (1, 2), ground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netlist nodes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Netlist</a:t>
            </a:r>
          </a:p>
        </p:txBody>
      </p:sp>
      <p:pic>
        <p:nvPicPr>
          <p:cNvPr id="3" name="Picture 2" descr="01-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netlist nodes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Ground</a:t>
            </a:r>
          </a:p>
        </p:txBody>
      </p:sp>
      <p:pic>
        <p:nvPicPr>
          <p:cNvPr id="3" name="Picture 2" descr="02-g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netlist nodes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Unknowns</a:t>
            </a:r>
          </a:p>
        </p:txBody>
      </p:sp>
      <p:pic>
        <p:nvPicPr>
          <p:cNvPr id="3" name="Picture 2" descr="03-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Unknowns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netlist nodes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Elements</a:t>
            </a:r>
          </a:p>
        </p:txBody>
      </p:sp>
      <p:pic>
        <p:nvPicPr>
          <p:cNvPr id="3" name="Picture 2" descr="04-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netlist nodes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</a:t>
            </a:r>
          </a:p>
        </p:txBody>
      </p:sp>
      <p:pic>
        <p:nvPicPr>
          <p:cNvPr id="3" name="Picture 2" descr="05-c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netlist nodes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netlist nodes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netlist_stats(); assert element_count==5, unknown_nodes==2, ground=='0'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netlist nodes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ground as unknown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element ids vs node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netlist nodes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stamp R and V into MNA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netlist nodes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