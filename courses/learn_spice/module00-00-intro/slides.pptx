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PEX you need a circuit engine — MNA, Newton, LU, transient.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tiny_spice: voltage divider V2=3; RC transient; diode 1-D Newton.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 uses common/ solvers; browser lab track uses platform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Vin=5 V divider; R1=2, R2=3, Cload=1, Dprot — V2=3 DC; RC transient; diode Newton.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Netlist → MNA → DC → sparse LU → Newton → callbacks → BE transient →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netlist nodes and 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PEX you need a circuit engine , MNA, Newton, LU, transient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Toy tiny_spice: voltage divider V2=3; RC transient; diode 1-D Newton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 uses common/ solvers; browser lab track uses platform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netlist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Vin=5 V divider; R1=2, R2=3, Cload=1, Dprot , V2=3 DC; RC transient; diode Newton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Netlist → MNA → DC → sparse LU → Newton → callbacks → BE transient →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netlist nodes and 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