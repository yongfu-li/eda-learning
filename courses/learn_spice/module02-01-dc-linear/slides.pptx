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DC finds the operating point before Newton or transient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V1=5.0, V2=3.0 from the divider 5×3/(2+3).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Stamp linear R+V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Dense solve Gx=b.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 1 fixed by Vin.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5·3/(2+3)=3.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v2_dc=3.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**dc-linear**. Solve DC; confirm V2=3.0.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dc_linear_solve(); assert abs(volts['2']-3.0)&lt;1e-9 and volts['1']==5.0.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Including diode in linear DC. Wrong divider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sparse LU literacy on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DC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Linear DC finds the operating point before Newton or transient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V1=5.0, V2=3.0 from the divider 5×3/(2+3)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Build</a:t>
            </a:r>
          </a:p>
        </p:txBody>
      </p:sp>
      <p:pic>
        <p:nvPicPr>
          <p:cNvPr id="3" name="Picture 2" descr="01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Solve</a:t>
            </a:r>
          </a:p>
        </p:txBody>
      </p:sp>
      <p:pic>
        <p:nvPicPr>
          <p:cNvPr id="3" name="Picture 2" descr="02-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V1=5</a:t>
            </a:r>
          </a:p>
        </p:txBody>
      </p:sp>
      <p:pic>
        <p:nvPicPr>
          <p:cNvPr id="3" name="Picture 2" descr="03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V1=5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V2=3</a:t>
            </a:r>
          </a:p>
        </p:txBody>
      </p:sp>
      <p:pic>
        <p:nvPicPr>
          <p:cNvPr id="3" name="Picture 2" descr="04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V2=3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dc_linear_solve(); assert abs(volts['2']-3.0)&lt;1e-9 and volts['1']==5.0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Including diode in linear DC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divider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sparse LU literacy on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dc linear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