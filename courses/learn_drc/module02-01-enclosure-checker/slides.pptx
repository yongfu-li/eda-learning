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Enclosure rules require VIA (inner) to sit inside metal (outer) by a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enc=1 V vs M2, E.VIA_M2.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E.VIA_M2: VIA inside M2 by limit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 shape V on VIA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Outer M2 shape C should enclose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is not enclosed by M2 —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enc=1 V vs M2, E.VIA_M2.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**enclosure-checker**. Select V; run enclosure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check_enclosure(); assert count==1 and inner=='V'.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M1 enclosure when M2 is the failing outer. Using overlap instead of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collect violation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Enclosure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Enclosure rules require VIA (inner) to sit inside metal (outer) by a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enc=1 V vs M2, E.VIA_M2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VIA</a:t>
            </a:r>
          </a:p>
        </p:txBody>
      </p:sp>
      <p:pic>
        <p:nvPicPr>
          <p:cNvPr id="3" name="Picture 2" descr="02-v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M2</a:t>
            </a:r>
          </a:p>
        </p:txBody>
      </p:sp>
      <p:pic>
        <p:nvPicPr>
          <p:cNvPr id="3" name="Picture 2" descr="03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Margin</a:t>
            </a:r>
          </a:p>
        </p:txBody>
      </p:sp>
      <p:pic>
        <p:nvPicPr>
          <p:cNvPr id="3" name="Picture 2" descr="04-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check_enclosure(); assert count==1 and inner=='V'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M1 enclosure when M2 is the failing outer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overlap instead of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collect violation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enclosure checker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