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tiny_drc: 8 rules; D width; A–B space; V enclosure; boolean hit;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learn_lvs.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deck, width, spacing, enclosure, markers, multi-layer, boolean,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rules; D width; A–B space; V enclosure; boolean V; violations=3;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learn_lvs.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list the three geometry violation kinds.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tiny_drc: 8 rules; D width; A–B space; V enclosure; boolean hit;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learn_lvs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deck, width, spacing, enclosure, markers, multi-layer, boolean,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8 rules; D width; A–B space; V enclosure; boolean V; violations=3;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learn_lvs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list the three geometry violation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