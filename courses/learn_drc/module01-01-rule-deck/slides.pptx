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 starts from a rule deck — typed rules with limits on each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rule_count=8.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rules in the tiny_drc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width, space, enclosure, boolean rule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reference M1, M2, and VIA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load_deck returns rules and by_type buckets.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rule_count=8.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**rule-deck**. Inspect the deck; confirm 8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load_deck(); assert rule_count==8.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shapes as rules. Ignoring boolean rules in the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width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Rule deck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DRC starts from a rule deck , typed rules with limits on each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rule_count=8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Deck</a:t>
            </a:r>
          </a:p>
        </p:txBody>
      </p:sp>
      <p:pic>
        <p:nvPicPr>
          <p:cNvPr id="3" name="Picture 2" descr="01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Types</a:t>
            </a:r>
          </a:p>
        </p:txBody>
      </p:sp>
      <p:pic>
        <p:nvPicPr>
          <p:cNvPr id="3" name="Picture 2" descr="02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Layers</a:t>
            </a:r>
          </a:p>
        </p:txBody>
      </p:sp>
      <p:pic>
        <p:nvPicPr>
          <p:cNvPr id="3" name="Picture 2" descr="03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Load</a:t>
            </a:r>
          </a:p>
        </p:txBody>
      </p:sp>
      <p:pic>
        <p:nvPicPr>
          <p:cNvPr id="3" name="Picture 2" descr="04-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load_deck(); assert rule_count==8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shapes as rules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boolean rules in the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width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rule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