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Signoff DRC emits markers — one record per geometry violation with rule_id.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violation_count=3 with rule_id.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Width violation marker on D (W.M1).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Spacing marker on shapes A and B (S.M1).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Enclosure marker on V (E.VIA_M2).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violation carries a rule_id 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violation_count=3 with rule_id.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**violation-markers**. Run collect; confirm 3 violations.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collect_violations(); assert count==3 and all have rule_id.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Double-counting boolean hits as geometry violations. Missing rule_id 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multi-layer deck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Violations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Signoff DRC emits markers , one record per geometry violation with rule_id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03 violation markers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violation_count=3 with rule_id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03 violation markers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Width m</a:t>
            </a:r>
          </a:p>
        </p:txBody>
      </p:sp>
      <p:pic>
        <p:nvPicPr>
          <p:cNvPr id="3" name="Picture 2" descr="01-wid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Width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03 violation markers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Space m</a:t>
            </a:r>
          </a:p>
        </p:txBody>
      </p:sp>
      <p:pic>
        <p:nvPicPr>
          <p:cNvPr id="3" name="Picture 2" descr="02-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Space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03 violation markers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Enc m</a:t>
            </a:r>
          </a:p>
        </p:txBody>
      </p:sp>
      <p:pic>
        <p:nvPicPr>
          <p:cNvPr id="3" name="Picture 2" descr="03-e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Enc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03 violation markers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Rule id</a:t>
            </a:r>
          </a:p>
        </p:txBody>
      </p:sp>
      <p:pic>
        <p:nvPicPr>
          <p:cNvPr id="3" name="Picture 2" descr="04-r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Rule 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03 violation markers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03 violation markers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03 violation markers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collect_violations(); assert count==3 and all have rule_id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03 violation markers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Double-counting boolean hits as geometry violations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Missing rule_id field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03 violation markers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multi-layer deck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03 violation markers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