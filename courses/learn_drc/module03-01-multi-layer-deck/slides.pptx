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decks span layers — enclosure and boolean tie VIA to M1/M2.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2 enclosure rules; fires E.VIA_M2.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rules span M1, M2, and 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enclosure rules: E.VIA_M1 and E.VIA_M2.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B.VIA_M1_not_M2 boolean rule on 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E.VIA_M2 fires — V not enclosed by 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2 enclosure rules; fires E.VIA_M2.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**multi-layer-deck**. Run multi-layer view; confirm E.VIA_M2 fires.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multi_layer_rules(); assert enclosure_count==2 and fires count==1.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width rules as cross-layer. Ignoring boolean deck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deck boolean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Multi-layer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Real decks span layers , enclosure and boolean tie VIA to M1/M2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2 enclosure rules; fires E.VIA_M2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Cross</a:t>
            </a:r>
          </a:p>
        </p:txBody>
      </p:sp>
      <p:pic>
        <p:nvPicPr>
          <p:cNvPr id="3" name="Picture 2" descr="01-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Cross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Enc rules</a:t>
            </a:r>
          </a:p>
        </p:txBody>
      </p:sp>
      <p:pic>
        <p:nvPicPr>
          <p:cNvPr id="3" name="Picture 2" descr="02-e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Enc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Boolean</a:t>
            </a:r>
          </a:p>
        </p:txBody>
      </p:sp>
      <p:pic>
        <p:nvPicPr>
          <p:cNvPr id="3" name="Picture 2" descr="03-b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Boolean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Fire</a:t>
            </a:r>
          </a:p>
        </p:txBody>
      </p:sp>
      <p:pic>
        <p:nvPicPr>
          <p:cNvPr id="3" name="Picture 2" descr="04-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multi_layer_rules(); assert enclosure_count==2 and fires count==1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width rules as cross-layer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boolean deck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deck boolean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multi layer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