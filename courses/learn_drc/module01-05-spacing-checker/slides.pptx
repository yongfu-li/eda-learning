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Spacing rules compare horizontal gaps between overlapping-y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space=1 A–B, rule S.M1.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S.M1 spacing limit 2 on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M1 pairs with y-projection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horiz_gap A–B equals 1, below limit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Shapes A and B violate S.M1.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space=1 A–B, rule S.M1.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**spacing-checker**. Select A and B; run spacing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check_spacing(); assert count==1 and set(shapes)=={'A','B'}.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Measuring vertical gap when shapes are side-by-side. Ignoring y overlap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enclosure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Spacing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Spacing rules compare horizontal gaps between overlapping-y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space=1 A–B, rule S.M1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Rule</a:t>
            </a:r>
          </a:p>
        </p:txBody>
      </p:sp>
      <p:pic>
        <p:nvPicPr>
          <p:cNvPr id="3" name="Picture 2" descr="01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Pairs</a:t>
            </a:r>
          </a:p>
        </p:txBody>
      </p:sp>
      <p:pic>
        <p:nvPicPr>
          <p:cNvPr id="3" name="Picture 2" descr="02-pa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Pairs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Gap</a:t>
            </a:r>
          </a:p>
        </p:txBody>
      </p:sp>
      <p:pic>
        <p:nvPicPr>
          <p:cNvPr id="3" name="Picture 2" descr="03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Hit</a:t>
            </a:r>
          </a:p>
        </p:txBody>
      </p:sp>
      <p:pic>
        <p:nvPicPr>
          <p:cNvPr id="3" name="Picture 2" descr="04-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check_spacing(); assert count==1 and set(shapes)=={'A','B'}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Measuring vertical gap when shapes are side-by-side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y overlap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enclosure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learn_drc — 05 spacing checker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