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drc_compare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tiny_drc.json; print rule_count, violation_count, boolean_hits,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drc_compare metrics offline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python3 -c "from solvers import drc_compare; print(drc_compare())" in 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tiny_drc.json; print rule_count, violation_count, boolean_hits,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drc_compare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tiny_drc.json; print rule_count, violation_count, boolean_hits,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drc_compare metrics offline without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Python3 -c "from solvers import drc_compare; print(drc_compare())" in common/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to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tiny_drc.json; print rule_count, violation_count, boolean_hits,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wrap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