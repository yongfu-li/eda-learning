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Boolean deck rules express layer interactions — VIA covered by M1 and not M2.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boolean hit=1 on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and_not: VIA in M1 must_not overlap M2.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Inner shape V on VIA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 overlaps M1 shape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 does not overlap M2 shape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boolean hit=1 on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**deck-boolean**. Select V; run boolean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check_boolean(); assert count==1 and hits[0].shapes==['V'].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Treating enclosure failures as boolean hits. Requiring full containment for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DRC engine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Boolean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Boolean deck rules express layer interactions , VIA covered by M1 and not M2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deck boolean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boolean hit=1 on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deck boolean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Rule</a:t>
            </a:r>
          </a:p>
        </p:txBody>
      </p:sp>
      <p:pic>
        <p:nvPicPr>
          <p:cNvPr id="3" name="Picture 2" descr="01-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deck boolean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VIA</a:t>
            </a:r>
          </a:p>
        </p:txBody>
      </p:sp>
      <p:pic>
        <p:nvPicPr>
          <p:cNvPr id="3" name="Picture 2" descr="02-v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VIA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deck boolean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M1</a:t>
            </a:r>
          </a:p>
        </p:txBody>
      </p:sp>
      <p:pic>
        <p:nvPicPr>
          <p:cNvPr id="3" name="Picture 2" descr="03-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deck boolean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M2</a:t>
            </a:r>
          </a:p>
        </p:txBody>
      </p:sp>
      <p:pic>
        <p:nvPicPr>
          <p:cNvPr id="3" name="Picture 2" descr="04-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deck boolean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deck boolean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deck boolean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check_boolean(); assert count==1 and hits[0].shapes==['V']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deck boolean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enclosure failures as boolean hits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Requiring full containment for overlap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deck boolean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DRC engine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deck boolean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