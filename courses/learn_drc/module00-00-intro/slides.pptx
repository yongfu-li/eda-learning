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pattern matching you still need a rule deck — width, spacing, enclosure, boolean, violations.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tiny_drc: five shapes + eight rules → three geometry violations + one boolean hit.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track uses common/ solvers; browser lab track uses platform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tiny_drc: shapes A,B,D on M1; C on M2; V on VIA; eight-rule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Deck → width → spacing → enclosure → markers → multi-layer → boolean →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rule deck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Welcome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After pattern matching you still need a rule deck , width, spacing, enclosure, boolean, violations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Toy tiny_drc: five shapes + eight rules → three geometry violations + one boolean hit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track uses common/ solvers; browser lab track uses platform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Toy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Tiny_drc: shapes A,B,D on M1; C on M2; V on VIA; eight-rule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00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Deck → width → spacing → enclosure → markers → multi-layer → boolean →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00 intro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rule deck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