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every checker and reports ok when goldens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 viol=3.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deck rule_count=8.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width, space, and enclosure checkers.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geometry violations 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Boolean hit=1 on V (separate from viol count).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 viol=3.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**drc-engine**.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drc_engine(); assert ok and violations.count==3.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the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every checker and reports ok when goldens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ok=True viol=3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Deck</a:t>
            </a:r>
          </a:p>
        </p:txBody>
      </p:sp>
      <p:pic>
        <p:nvPicPr>
          <p:cNvPr id="3" name="Picture 2" descr="01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Checks</a:t>
            </a:r>
          </a:p>
        </p:txBody>
      </p:sp>
      <p:pic>
        <p:nvPicPr>
          <p:cNvPr id="3" name="Picture 2" descr="02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Viol</a:t>
            </a:r>
          </a:p>
        </p:txBody>
      </p:sp>
      <p:pic>
        <p:nvPicPr>
          <p:cNvPr id="3" name="Picture 2" descr="03-vi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Bool</a:t>
            </a:r>
          </a:p>
        </p:txBody>
      </p:sp>
      <p:pic>
        <p:nvPicPr>
          <p:cNvPr id="3" name="Picture 2" descr="04-b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drc_engine(); assert ok and violations.count==3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the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drc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