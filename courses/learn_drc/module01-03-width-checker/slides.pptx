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 rules flag shapes whose min(width,height) is below the deck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width viol=1 on D, rule W.M1.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W.M1 width limit 3 on M1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M1 shapes A, B, and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min(width,height) to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 D is too narrow — width=1.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width viol=1, rule W.M1.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**width-checker**. Select D; run width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check_width(); assert count==1 and violations[0].shapes==['D'].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max edge instead of min dimension. Missing rule_id on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spacing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Width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Width rules flag shapes whose min(width,height) is below the deck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width viol=1 on D, rule W.M1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Rule</a:t>
            </a:r>
          </a:p>
        </p:txBody>
      </p:sp>
      <p:pic>
        <p:nvPicPr>
          <p:cNvPr id="3" name="Picture 2" descr="01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Scan</a:t>
            </a:r>
          </a:p>
        </p:txBody>
      </p:sp>
      <p:pic>
        <p:nvPicPr>
          <p:cNvPr id="3" name="Picture 2" descr="02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Measure</a:t>
            </a:r>
          </a:p>
        </p:txBody>
      </p:sp>
      <p:pic>
        <p:nvPicPr>
          <p:cNvPr id="3" name="Picture 2" descr="03-mea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Hit</a:t>
            </a:r>
          </a:p>
        </p:txBody>
      </p:sp>
      <p:pic>
        <p:nvPicPr>
          <p:cNvPr id="3" name="Picture 2" descr="04-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check_width(); assert count==1 and violations[0].shapes==['D']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max edge instead of min dimension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rule_id on violations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spacing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width checker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