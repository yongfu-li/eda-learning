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SPEF-lite records one *RES and one *CAP from the reduced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1 RES + 1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*SPEF_LITE header and *NET n1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*RES in out 3.06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*CAP out 1.376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res_count=1, cap_count=1.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1 RES + 1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**spef-lite**. Run SPEF; confirm 1 RES + 1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emit_spef_lite(); assert res_count==1 and cap_count==1.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Emitting per-segment instead of reduced. Missing *NET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PEX engine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SPEF-lite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SPEF-lite records one *RES and one *CAP from the reduced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1 RES + 1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Header</a:t>
            </a:r>
          </a:p>
        </p:txBody>
      </p:sp>
      <p:pic>
        <p:nvPicPr>
          <p:cNvPr id="3" name="Picture 2" descr="01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</a:t>
            </a:r>
          </a:p>
        </p:txBody>
      </p:sp>
      <p:pic>
        <p:nvPicPr>
          <p:cNvPr id="3" name="Picture 2" descr="02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</a:t>
            </a:r>
          </a:p>
        </p:txBody>
      </p:sp>
      <p:pic>
        <p:nvPicPr>
          <p:cNvPr id="3" name="Picture 2" descr="03-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Counts</a:t>
            </a:r>
          </a:p>
        </p:txBody>
      </p:sp>
      <p:pic>
        <p:nvPicPr>
          <p:cNvPr id="3" name="Picture 2" descr="04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emit_spef_lite(); assert res_count==1 and cap_count==1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Emitting per-segment instead of reduced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*NET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PEX engine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spef 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