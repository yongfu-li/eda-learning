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LVS you still need PEX — geometry load, R/C extract, RC network, reduce, back-annotate, SPEF-lite.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 tiny_pex: four segments on net n1 → R_total=3.06, C_total=1.376, SPEF-lite emit.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track uses common/ solvers; browser lab track uses platform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tiny_pex: four segments on net n1; R_total=3.06; C_total=1.376.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Geometry → R extract → C extract → RC network → reduce → annotate → SPEF →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geometry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Welcome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After LVS you still need PEX , geometry load, R/C extract, RC network, reduce, back-annotate, SPEF-lite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00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Toy tiny_pex: four segments on net n1 → R_total=3.06, C_total=1.376, SPEF-lite emit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00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track uses common/ solvers; browser lab track uses platform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00 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Toy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Tiny_pex: four segments on net n1; R_total=3.06; C_total=1.376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00 intro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Geometry → R extract → C extract → RC network → reduce → annotate → SPEF →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00 intro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Begin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geometry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00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