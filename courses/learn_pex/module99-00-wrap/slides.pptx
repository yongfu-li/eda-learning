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tiny_pex: 4 segments; R_total=3.06; C_total=1.376; SPEF 1 RES + 1 CAP;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learn_spice (SPEF → spice).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geometry load, R/C extract, RC network, reduce, back-annotate, SPEF-lite,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segments; R_total=3.06; C_total=1.376; SPEF 1 RES + 1 CAP;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learn_spice (SPEF → spice).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list the PEX pipeline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tiny_pex: 4 segments; R_total=3.06; C_total=1.376; SPEF 1 RES + 1 CAP;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learn_spice (SPEF → spice)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geometry load, R/C extract, RC network, reduce, back-annotate, SPEF-lite,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4 segments; R_total=3.06; C_total=1.376; SPEF 1 RES + 1 CAP;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learn_spice (SPEF → spice)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list the PEX pipeline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