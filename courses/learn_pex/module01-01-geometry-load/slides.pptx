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PEX starts from annotated layout segments — layers, nets, and segment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4 segments, 3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wire/via segments on net n1: s1, s2, v1, s3.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layers: M1, VIA, M2.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net n1 with ports in and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Segment ids s1/s2/v1/s3 in path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segment_count=4, layer_count=3.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**geometry-load**. Inspect tiny_pex; confirm 4 segments, 3 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load_geometry(); assert segment_count==4 and layer_count==3.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Counting ports as segments. Ignoring VIA layer in layer_count.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resistance extract.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Geometry load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PEX starts from annotated layout segments , layers, nets, and segment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geometry load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4 segments, 3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geometry 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Segments</a:t>
            </a:r>
          </a:p>
        </p:txBody>
      </p:sp>
      <p:pic>
        <p:nvPicPr>
          <p:cNvPr id="3" name="Picture 2" descr="01-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geometry load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Layers</a:t>
            </a:r>
          </a:p>
        </p:txBody>
      </p:sp>
      <p:pic>
        <p:nvPicPr>
          <p:cNvPr id="3" name="Picture 2" descr="02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geometry 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Nets</a:t>
            </a:r>
          </a:p>
        </p:txBody>
      </p:sp>
      <p:pic>
        <p:nvPicPr>
          <p:cNvPr id="3" name="Picture 2" descr="03-n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geometry 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Ids</a:t>
            </a:r>
          </a:p>
        </p:txBody>
      </p:sp>
      <p:pic>
        <p:nvPicPr>
          <p:cNvPr id="3" name="Picture 2" descr="04-i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geometry 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geometry 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geometry 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load_geometry(); assert segment_count==4 and layer_count==3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geometry load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Counting ports as segments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VIA layer in layer_count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geometry 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resistance 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geometry 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