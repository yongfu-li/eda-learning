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engine chains every PEX stage and reports ok when goldens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Geometry segment_count=4, layer_count=3.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Resistance r_total=3.06; capacitance c_total=1.376.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after_nodes=2; R_eq/C_eq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SPEF res_count=1, cap_count=1.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**pex-engine**. Run engine; confirm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pex_engine(); assert ok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partial stages. Changing toy without updating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engine chains every PEX stage and reports ok when goldens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Geo</a:t>
            </a:r>
          </a:p>
        </p:txBody>
      </p:sp>
      <p:pic>
        <p:nvPicPr>
          <p:cNvPr id="3" name="Picture 2" descr="01-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R/C</a:t>
            </a:r>
          </a:p>
        </p:txBody>
      </p:sp>
      <p:pic>
        <p:nvPicPr>
          <p:cNvPr id="3" name="Picture 2" descr="02-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R/C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Reduce</a:t>
            </a:r>
          </a:p>
        </p:txBody>
      </p:sp>
      <p:pic>
        <p:nvPicPr>
          <p:cNvPr id="3" name="Picture 2" descr="03-red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SPEF</a:t>
            </a:r>
          </a:p>
        </p:txBody>
      </p:sp>
      <p:pic>
        <p:nvPicPr>
          <p:cNvPr id="3" name="Picture 2" descr="04-sp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pex_engine(); assert ok is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partial stages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toy without updating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pex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