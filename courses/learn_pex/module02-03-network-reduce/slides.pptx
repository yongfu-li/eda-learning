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Network reduction collapses the chain to in–out R_eq and lumped C_eq.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after_nodes=2; R_eq=3.06 C_eq=1.376.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chain has 5 nodes before 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series R → R_eq=3.06.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ground C → C_eq=1.376.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Reduced to 2 signal ports (in/out).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after_nodes=2; R_eq=3.06 C_eq=1.376.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**network-reduce**. Select R_eq; confirm after_nodes=2.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reduce_network(); assert after_nodes==2 and r_eq==3.06 and c_eq==1.376.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Reducing C before R. Keeping internal nodes after reduce.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back-annotate nets.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Reduce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Network reduction collapses the chain to in–out R_eq and lumped C_eq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after_nodes=2; R_eq=3.06 C_eq=1.376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Before</a:t>
            </a:r>
          </a:p>
        </p:txBody>
      </p:sp>
      <p:pic>
        <p:nvPicPr>
          <p:cNvPr id="3" name="Picture 2" descr="01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Series R</a:t>
            </a:r>
          </a:p>
        </p:txBody>
      </p:sp>
      <p:pic>
        <p:nvPicPr>
          <p:cNvPr id="3" name="Picture 2" descr="02-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Series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Sum C</a:t>
            </a:r>
          </a:p>
        </p:txBody>
      </p:sp>
      <p:pic>
        <p:nvPicPr>
          <p:cNvPr id="3" name="Picture 2" descr="03-su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Sum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After</a:t>
            </a:r>
          </a:p>
        </p:txBody>
      </p:sp>
      <p:pic>
        <p:nvPicPr>
          <p:cNvPr id="3" name="Picture 2" descr="04-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reduce_network(); assert after_nodes==2 and r_eq==3.06 and c_eq==1.376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Reducing C before 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Keeping internal nodes after 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back-annotate nets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03 network reduce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