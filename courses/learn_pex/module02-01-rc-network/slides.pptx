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RC network chains segment resistors in series; attach ground C at metal nodes.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series chain; nodes include in/out.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Series path: s1 → s2 → v1 → s3.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R edges in series from in to 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Nodes include in and out ports.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C branches to gnd on metal nodes.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series chain; nodes include in/out.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**rc-network**. Select in and out; confirm series chain.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build_rc_network(); assert nodes include 'in' and 'out' and r_count==4.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Parallel instead of series R. Attaching C on VIA node.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network reduction.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RC network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RC network chains segment resistors in series; attach ground C at metal nodes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learn_pex — 01 rc network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GOLDEN: series chain; nodes include in/out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learn_pex — 01 rc network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Order</a:t>
            </a:r>
          </a:p>
        </p:txBody>
      </p:sp>
      <p:pic>
        <p:nvPicPr>
          <p:cNvPr id="3" name="Picture 2" descr="01-or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Order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learn_pex — 01 rc network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Resistors</a:t>
            </a:r>
          </a:p>
        </p:txBody>
      </p:sp>
      <p:pic>
        <p:nvPicPr>
          <p:cNvPr id="3" name="Picture 2" descr="02-resist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Resistors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learn_pex — 01 rc network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Nodes</a:t>
            </a:r>
          </a:p>
        </p:txBody>
      </p:sp>
      <p:pic>
        <p:nvPicPr>
          <p:cNvPr id="3" name="Picture 2" descr="03-no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Nodes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learn_pex — 01 rc network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Caps</a:t>
            </a:r>
          </a:p>
        </p:txBody>
      </p:sp>
      <p:pic>
        <p:nvPicPr>
          <p:cNvPr id="3" name="Picture 2" descr="04-ca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Caps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learn_pex — 01 rc network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Golden</a:t>
            </a:r>
          </a:p>
        </p:txBody>
      </p:sp>
      <p:pic>
        <p:nvPicPr>
          <p:cNvPr id="3" name="Picture 2" descr="05-gold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Golden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learn_pex — 01 rc network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Browser 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learn_pex — 01 rc network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Call build_rc_network(); assert nodes include 'in' and 'out' and r_count==4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learn_pex — 01 rc network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Parallel instead of series R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Attaching C on VIA node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learn_pex — 01 rc network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network reduction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learn_pex — 01 rc network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