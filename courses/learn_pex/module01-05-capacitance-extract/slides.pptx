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Capacitance extract uses c_area*area + c_perim*perimeter on metals; skip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C_total=1.376; 3 caps.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= c_area*area + c_perim*perimeter on M1/M2.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C on s1 M1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C on s2 M1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C on s3 M2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C_total=1.376; 3 caps.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**capacitance-extract**. Select s1; confirm C_total=1.376 and 3 caps.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extract_capacitance(); assert c_total==1.376 and 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Adding VIA capacitance. Using length instead of area for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RC network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Capacitance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Capacitance extract uses c_area*area + c_perim*perimeter on metals; skip VIA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C_total=1.376; 3 caps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Formula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s1</a:t>
            </a:r>
          </a:p>
        </p:txBody>
      </p:sp>
      <p:pic>
        <p:nvPicPr>
          <p:cNvPr id="3" name="Picture 2" descr="02-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s2</a:t>
            </a:r>
          </a:p>
        </p:txBody>
      </p:sp>
      <p:pic>
        <p:nvPicPr>
          <p:cNvPr id="3" name="Picture 2" descr="03-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s3</a:t>
            </a:r>
          </a:p>
        </p:txBody>
      </p:sp>
      <p:pic>
        <p:nvPicPr>
          <p:cNvPr id="3" name="Picture 2" descr="04-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extract_capacitance(); assert c_total==1.376 and 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Adding VIA capacitance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length instead of area for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RC network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05 capacitance extract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