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pex_compare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tiny_pex.json; print segments, r_total, c_total, r_eq, c_eq,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pex_compare metrics offline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python3 -c "from solvers import pex_compare; print(pex_compare())" in 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tiny_pex.json; print segments, r_total, c_total, r_eq, c_eq,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pex_compare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tiny_pex.json; print segments, r_total, c_total, r_eq, c_eq,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pex_compare metrics offline without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Python3 -c "from solvers import pex_compare; print(pex_compare())" in common/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to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tiny_pex.json; print segments, r_total, c_total, r_eq, c_eq,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wrap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