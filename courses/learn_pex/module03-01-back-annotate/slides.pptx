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Back-annotate writes r_total and c_total onto net n1 with port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net n1 annotated.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 net n1 from tiny_pex.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r_total=3.06 from reduced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c_total=1.376 from reduced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Ports in and out on n1.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net n1 annotated.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**back-annotate**. Select n1; confirm annotation count=1.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back_annotate(); assert net=='n1' and count==1.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Annotating wrong net. Missing port list on annotation.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SPEF-lite emit.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Annotate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Back-annotate writes r_total and c_total onto net n1 with port 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back annotate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net n1 annotated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back annotate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Net</a:t>
            </a:r>
          </a:p>
        </p:txBody>
      </p:sp>
      <p:pic>
        <p:nvPicPr>
          <p:cNvPr id="3" name="Picture 2" descr="01-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back annotate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 total</a:t>
            </a:r>
          </a:p>
        </p:txBody>
      </p:sp>
      <p:pic>
        <p:nvPicPr>
          <p:cNvPr id="3" name="Picture 2" descr="02-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 total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back annotate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 total</a:t>
            </a:r>
          </a:p>
        </p:txBody>
      </p:sp>
      <p:pic>
        <p:nvPicPr>
          <p:cNvPr id="3" name="Picture 2" descr="03-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 total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back annotate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Ports</a:t>
            </a:r>
          </a:p>
        </p:txBody>
      </p:sp>
      <p:pic>
        <p:nvPicPr>
          <p:cNvPr id="3" name="Picture 2" descr="04-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back annotate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back annotate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back annotate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back_annotate(); assert net=='n1' and count==1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back annotate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Annotating wrong net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Missing port list on annotation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back annotate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SPEF-lite emit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learn_pex — 01 back annotate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