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Resistance extract computes R = rho*L/W for metals; VIA uses lump rho.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R_total=3.06; s1=0.5.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Metal R = rho*L/W; VIA uses lump rho.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M1 segment: R=0.5 ohm.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 M1 segment: R=0.4 ohm.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VIA lump: R=2.0 ohm.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R_total=3.06; s1=0.5.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**resistance-extract**. Select s1; confirm R_total=3.06.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extract_resistance(); assert r_total==3.06 and resistors['s1']==0.5.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max edge as width. Forgetting VIA lump resistance.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capacitance extract.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Resistance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Resistance extract computes R = rho*L/W for metals; VIA uses lump rho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R_total=3.06; s1=0.5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Formula</a:t>
            </a:r>
          </a:p>
        </p:txBody>
      </p:sp>
      <p:pic>
        <p:nvPicPr>
          <p:cNvPr id="3" name="Picture 2" descr="01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s1</a:t>
            </a:r>
          </a:p>
        </p:txBody>
      </p:sp>
      <p:pic>
        <p:nvPicPr>
          <p:cNvPr id="3" name="Picture 2" descr="02-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s2</a:t>
            </a:r>
          </a:p>
        </p:txBody>
      </p:sp>
      <p:pic>
        <p:nvPicPr>
          <p:cNvPr id="3" name="Picture 2" descr="03-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v1</a:t>
            </a:r>
          </a:p>
        </p:txBody>
      </p:sp>
      <p:pic>
        <p:nvPicPr>
          <p:cNvPr id="3" name="Picture 2" descr="04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extract_resistance(); assert r_total==3.06 and resistors['s1']==0.5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max edge as width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VIA lump resistance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capacitance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resistance extract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