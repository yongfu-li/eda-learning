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Delay-oriented techmap adds buffer NAND for timing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techmap_nand_count_delay=7.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Delay mode adds buffer NAND on NOR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 path uses five NAND vs four in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NAND2 cells in delay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nand=6 area vs nand=7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techmap_nand_count_delay=7.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**techmap-delay**. Confirm nand_count=7.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pass_techmap(mode='delay'); assert nand_count==7.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Expecting same count as area. Ignoring DFF passthrough.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synth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delay map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Delay-oriented techmap adds buffer NAND for timing literacy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techmap_nand_count_delay=7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Extra buffer NAND</a:t>
            </a:r>
          </a:p>
        </p:txBody>
      </p:sp>
      <p:pic>
        <p:nvPicPr>
          <p:cNvPr id="3" name="Picture 2" descr="01-ex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Extra buffer NAND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NOR five NAND</a:t>
            </a:r>
          </a:p>
        </p:txBody>
      </p:sp>
      <p:pic>
        <p:nvPicPr>
          <p:cNvPr id="3" name="Picture 2" descr="02-no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NOR five NAND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Total NAND</a:t>
            </a:r>
          </a:p>
        </p:txBody>
      </p:sp>
      <p:pic>
        <p:nvPicPr>
          <p:cNvPr id="3" name="Picture 2" descr="03-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Total NAND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Area vs delay</a:t>
            </a:r>
          </a:p>
        </p:txBody>
      </p:sp>
      <p:pic>
        <p:nvPicPr>
          <p:cNvPr id="3" name="Picture 2" descr="04-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Area vs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pass_techmap(mode='delay'); assert nand_count==7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same count as area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DFF passthrough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synth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techmap delay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