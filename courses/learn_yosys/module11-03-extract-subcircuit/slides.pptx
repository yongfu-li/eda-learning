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Extract spots library-shaped cones and collapses them to a single macro.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matches=1; macro=ANDOR2.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feeding OR is ANDOR2.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 isomorphic subgraph.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with ANDOR2.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Remove matched $and/$or.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matches=1.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**extract-subcircuit**. Match the ANDOR2 cone and replace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algo_extract_iso(); assert matches == 1 and macro == 'ANDOR2'.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Running extract after clean removed the dead OR. Matching OR without an AND driver.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algo solvers self-test, or call `algo_extract_iso`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memory_map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extract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Extract spots library-shaped cones and collapses them to a single macro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extract subcircuit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matches=1; macro=ANDOR2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extract subcircuit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Pattern</a:t>
            </a:r>
          </a:p>
        </p:txBody>
      </p:sp>
      <p:pic>
        <p:nvPicPr>
          <p:cNvPr id="3" name="Picture 2" descr="01-p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extract subcircuit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Match</a:t>
            </a:r>
          </a:p>
        </p:txBody>
      </p:sp>
      <p:pic>
        <p:nvPicPr>
          <p:cNvPr id="3" name="Picture 2" descr="02-m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extract subcircuit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Macro cell</a:t>
            </a:r>
          </a:p>
        </p:txBody>
      </p:sp>
      <p:pic>
        <p:nvPicPr>
          <p:cNvPr id="3" name="Picture 2" descr="03-mac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Macro cell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extract subcircuit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Drop pair</a:t>
            </a:r>
          </a:p>
        </p:txBody>
      </p:sp>
      <p:pic>
        <p:nvPicPr>
          <p:cNvPr id="3" name="Picture 2" descr="04-d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Drop pair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extract subcircuit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extract subcircuit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extract-subcircuit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Match the ANDOR2 cone and replace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extract subcircuit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algo_extract_iso(); assert matches == 1 and macro == 'ANDOR2'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extract subcircuit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Running extract after clean removed the dead OR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Matching OR without an AND driver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extract subcircuit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extract subcircuit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courses/learn_yosys/common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algo_solvers.py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extract subcircuit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extract subcircuit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on post-proc netlist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find dollar or fed by dollar and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replace pair with ANDOR2 macro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matches ==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extract subcircuit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memory_map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extract subcircuit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