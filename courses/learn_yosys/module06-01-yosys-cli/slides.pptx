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Yosys is a pass engine you drive with a .ys script or an interactive shell — not a toy button.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first three cmds = read_verilog, hierarchy, proc; invoke with yosys -s script.ys.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RTL loaded — recipe starts empty.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Load rtl/tiny_and_or.v into Yosys.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hierarchy -check -top top sets the design root.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Third command is proc — processes become cells.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read → hierarchy → proc.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**yosys-cli**. Open **yosys-cli**. Append read_verilog, hierarchy, proc in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pass_cli_check(['read_verilog','hierarchy','proc']); assert 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Starting with proc. Skipping hierarchy -top.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RTLIL vocabulary.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yosys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Real Yosys is a pass engine you drive with a .ys script or an interactive shell , not a toy button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yosys cli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first three cmds = read_verilog, hierarchy, proc; invoke with yosys -s script.ys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yosys cli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Empty design</a:t>
            </a:r>
          </a:p>
        </p:txBody>
      </p:sp>
      <p:pic>
        <p:nvPicPr>
          <p:cNvPr id="3" name="Picture 2" descr="01-emp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Empty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yosys cli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read_verilog</a:t>
            </a:r>
          </a:p>
        </p:txBody>
      </p:sp>
      <p:pic>
        <p:nvPicPr>
          <p:cNvPr id="3" name="Picture 2" descr="02-r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read_verilog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yosys cli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hierarchy -top</a:t>
            </a:r>
          </a:p>
        </p:txBody>
      </p:sp>
      <p:pic>
        <p:nvPicPr>
          <p:cNvPr id="3" name="Picture 2" descr="03-hi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hierarchy -top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yosys cli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proc next</a:t>
            </a:r>
          </a:p>
        </p:txBody>
      </p:sp>
      <p:pic>
        <p:nvPicPr>
          <p:cNvPr id="3" name="Picture 2" descr="04-p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proc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yosys cli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 order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yosys cli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</a:t>
            </a:r>
            <a:r>
              <a:rPr sz="2000" b="1">
                <a:solidFill>
                  <a:srgbClr val="333333"/>
                </a:solidFill>
                <a:latin typeface="Calibri"/>
              </a:rPr>
              <a:t>yosys-cli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</a:t>
            </a:r>
            <a:r>
              <a:rPr sz="2000" b="1">
                <a:solidFill>
                  <a:srgbClr val="333333"/>
                </a:solidFill>
                <a:latin typeface="Calibri"/>
              </a:rPr>
              <a:t>yosys-cli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Append read_verilog, hierarchy, proc in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yosys cli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pass_cli_check(['read_verilog','hierarchy','proc']); assert 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yosys cli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Starting with proc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Skipping hierarchy -top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yosys cli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yosys cli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cd courses/learn_yosys/common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python3 -c "from real_solvers import pass_cli_check;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print(pass_cli_check())"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yosys cli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yosys cli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recipe ← []; append read_verilog; hierarchy; proc; ok ← prefix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matches golden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yosys cli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RTLIL vocabulary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yosys cli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