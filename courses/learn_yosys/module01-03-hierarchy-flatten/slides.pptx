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Flatten merges child hierarchy so later passes see one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after_flatten_modules=1.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holds comb; child holds DFF c6.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c6 DFF lives in child before flatten.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flatten moves all cells into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cell module field becomes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after_flatten_modules=1.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**hierarchy-flatten**. Confirm module_count=1.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pass_hierarchy_flatten(); assert module_count==1.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Flattening before proc. Forgetting DFF in child.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opt/DCE.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flatten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Flatten merges child hierarchy so later passes see one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hierarchy flatten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after_flatten_modules=1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hierarchy flatten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modules</a:t>
            </a:r>
          </a:p>
        </p:txBody>
      </p:sp>
      <p:pic>
        <p:nvPicPr>
          <p:cNvPr id="3" name="Picture 2" descr="01-t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Two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hierarchy flatten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child DFF</a:t>
            </a:r>
          </a:p>
        </p:txBody>
      </p:sp>
      <p:pic>
        <p:nvPicPr>
          <p:cNvPr id="3" name="Picture 2" descr="02-ch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child DFF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hierarchy flatten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Flatten pass</a:t>
            </a:r>
          </a:p>
        </p:txBody>
      </p:sp>
      <p:pic>
        <p:nvPicPr>
          <p:cNvPr id="3" name="Picture 2" descr="03-f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Flatten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hierarchy flatten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All in top</a:t>
            </a:r>
          </a:p>
        </p:txBody>
      </p:sp>
      <p:pic>
        <p:nvPicPr>
          <p:cNvPr id="3" name="Picture 2" descr="04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All in 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hierarchy flatten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hierarchy flatten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hierarchy flatten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pass_hierarchy_flatten(); assert module_count==1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hierarchy flatten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Flattening before proc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DFF in child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hierarchy flatten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opt/DCE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hierarchy flatten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