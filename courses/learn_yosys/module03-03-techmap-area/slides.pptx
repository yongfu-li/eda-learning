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techmap maps AND/NOR to a NAND2 library minimizing cell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techmap_nand_count_area=6.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AND/NOR to NAND2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AND uses two NAND (inverter trick).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 mapped with four NAND in area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pure NAND2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techmap_nand_count_area=6.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**techmap-area**. Confirm nand_count=6.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pass_techmap(mode='area'); assert nand_count==6.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DFF as NAND. Using delay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techmap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area map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Techmap maps AND/NOR to a NAND2 library minimizing cell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techmap_nand_count_area=6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NAND2 library</a:t>
            </a:r>
          </a:p>
        </p:txBody>
      </p:sp>
      <p:pic>
        <p:nvPicPr>
          <p:cNvPr id="3" name="Picture 2" descr="01-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NAND2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 → 2 NAND</a:t>
            </a:r>
          </a:p>
        </p:txBody>
      </p:sp>
      <p:pic>
        <p:nvPicPr>
          <p:cNvPr id="3" name="Picture 2" descr="02-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 → 2 NAND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NOR → 4 NAND</a:t>
            </a:r>
          </a:p>
        </p:txBody>
      </p:sp>
      <p:pic>
        <p:nvPicPr>
          <p:cNvPr id="3" name="Picture 2" descr="03-n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NOR → 4 NAND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NAND count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NAND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pass_techmap(mode='area'); assert nand_count==6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DFF as NAND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delay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techmap 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techmap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