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evidence engine checks CLI order, RTLIL goldens, proc/flatten/opt, and synth outputs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 ok=True; after_synth_cells=2.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read→hierarchy→proc→flatten→opt→synth→stat→write.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modules/processes/$and goldens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dff created; flatten cells=4.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$_AOI3_ + $_DFF_P_.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engine_ok=True.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**real-evidence**. Open **real-evidence**. Build golden recipe; run Engine; confirm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real_yosys_engine(); assert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Stopping at toy yosys_engine. Wrong recipe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solvers self-test, or call `real_yosys_engine`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The evidence engine checks CLI order, RTLIL goldens, proc/flatten/opt, and synth outputs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engine ok=True; after_synth_cells=2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Full recipe</a:t>
            </a:r>
          </a:p>
        </p:txBody>
      </p:sp>
      <p:pic>
        <p:nvPicPr>
          <p:cNvPr id="3" name="Picture 2" descr="01-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Full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RTLIL checks</a:t>
            </a:r>
          </a:p>
        </p:txBody>
      </p:sp>
      <p:pic>
        <p:nvPicPr>
          <p:cNvPr id="3" name="Picture 2" descr="02-rtl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RTLIL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proc+flatten</a:t>
            </a:r>
          </a:p>
        </p:txBody>
      </p:sp>
      <p:pic>
        <p:nvPicPr>
          <p:cNvPr id="3" name="Picture 2" descr="03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proc+flatten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synth out</a:t>
            </a:r>
          </a:p>
        </p:txBody>
      </p:sp>
      <p:pic>
        <p:nvPicPr>
          <p:cNvPr id="3" name="Picture 2" descr="04-sy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synth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real-evidence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real-evidence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golden recipe; run Engine; confirm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real_yosys_engine(); assert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Stopping at toy yosys_engine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recipe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run full golden recipe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assert engine ok and synth cells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real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