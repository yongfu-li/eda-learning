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pass-map and real Yosys compare metrics without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pass-map compare helper from the common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real evidence compare helper.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offline-benchmark-compare if you prefer the browser view of the same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both compare helpers print ok goldens from the common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Comparing only one track. Ignoring checked-in goldens when Yosys is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Continue into the real CLI modules, then Part C algorithms.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Why offline compare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Print pass-map and real Yosys compare metrics without the browser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Pass-map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the pass-map compare helper from the common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Pass-map compare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cd courses/learn_yosys/common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python3 -c "from solvers import yosys_compare;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print(yosys_compare())"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Real compare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the real evidence compare helper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Real compare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cd courses/learn_yosys/common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python3 -c "from real_solvers import real_yosys_compare;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print(real_yosys_compare())"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offline-benchmark-compare if you prefer the browser view of the same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both compare helpers print ok goldens from the common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Comparing only one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Ignoring checked-in goldens when Yosys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into the real CLI modules, then Part C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learn_yosys — 03 offline benchmark compare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