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prints yosys_compare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tiny_yosys.json; print rtl_cells, after_opt, nand_area, report_cells,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 yosys_compare metrics offline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python3 -c "from solvers import yosys_compare; print(yosys_compare())" in common/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tiny_yosys.json; print rtl_cells, after_opt, nand_area, report_cells,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to the wrap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Offline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Track A prints yosys_compare without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tiny_yosys.json; print rtl_cells, after_opt, nand_area, report_cells,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Why offline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yosys_compare metrics offline without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Python3 -c "from solvers import yosys_compare; print(yosys_compare())" in common/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to compare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tiny_yosys.json; print rtl_cells, after_opt, nand_area, report_cells,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the wrap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03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