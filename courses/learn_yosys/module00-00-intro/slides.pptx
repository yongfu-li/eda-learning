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learn_yosys has four parts: Part A is the interactive pass map; Part B drives real Yosys on tiny_and_or.v; Part C teaches algorithms bound to real evidence; Part D orients you to the Yosys C++ tree so you can contribute.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map on tiny_yosys: 6 cells; flatten→1; opt→5; strash→4; rewrite→3; nand 6/7 — same pass names as Yosys, in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B: real binary, RTLIL cells, and checked-in goldens from Yosys 0.9 on tiny_and_or.v.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C: proc_mux, proc_dff ($adff), opt, techmap, extract, memory, fsm, and ABC handoff — each bound to real Yosys 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D: RTLIL C++ pillars, Pass registration, reading opt_clean, and a contribute checklist — orientation, not a full Yosys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track: common/solvers.py, real_solvers.py, algo_solvers.py plus partc_bind.py, and internals_solvers.py. Browser labs mirror each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course labs. Start at the pass-map proc lab, continue into CLI, algorithms, then internals.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pass-map proc lab for pass names, then CLI, algorithms, and internals.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Why Yosys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Learn_yosys has four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A pass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 map on tiny_yosys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B real Yosys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 B: real binary, RTLIL cells, and checked-in goldens from Yosys 0.9 on tiny_and_or.v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C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 C: proc_mux, proc_dff ($adff), opt, techmap, extract, memory,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Part D internals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 D: RTLIL C++ pillars, Pass registration, reading opt_clean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Browser labs mirror each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course labs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 at the pass-map proc lab, continue into CLI, algorithms, then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 with the pass-map proc lab for pass names, then CLI, algorithms, and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intro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