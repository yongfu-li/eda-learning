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learn_yosys has two parts: Part A teaches pass *ideas* on a toy netlist; Part B drives **real Yosys** with `.ys` scripts on `tiny_and_or.v`.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tiny_yosys: 6 cells; flatten→1; opt→5; strash→4; rewrite→3; nand 6/7 — names match Yosys passes, but it is not the Yosys binary.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path: `read_verilog` → `hierarchy` → `proc` → `flatten` → `opt` → `aigmap`/`synth` → `stat`/`write`. Goldens come from Yosys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track: `common/solvers.py` (toy) and `common/real_solvers.py` (evidence). Browser labs mirror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Yosys IR is RTLIL — `$and`, `$dff`, later `$_AOI3_` / `$_DFF_P_` after synth. You will read `stat` and `dump`.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toy proc lab for pass names, then continue into the real CLI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Learn_yosys has two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Part A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tiny_yosys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Part B real Yosys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path: `read_verilog` → `hierarchy` → `proc` → `flatten` → `opt` → `aigmap`/`synth` →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Goldens come from Yosys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track: `common/solvers.py` (toy) and `common/real_solvers.py` (evidence)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Browser labs mirror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RTLIL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Yosys IR is RTLIL , `$and`, `$dff`, later `$_AOI3_` / `$_DFF_P_` after synth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will read `stat` and `dump`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 with the toy proc lab for pass names, then continue into the real CLI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