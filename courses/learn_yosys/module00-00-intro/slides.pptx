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learn_yosys has three parts: Part A is the interactive pass map on a small netlist; Part B drives real Yosys with .ys scripts on tiny_and_or.v; Part C teaches Yosys algorithms bound to real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map on tiny_yosys: 6 cells; flatten→1; opt→5; strash→4; rewrite→3; nand 6/7 — same pass names as Yosys, in the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B: real binary, RTLIL cells, and checked-in goldens from Yosys 0.9 on tiny_and_or.v.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C: proc_mux, proc_dff ($adff), opt, techmap, extract, memory, fsm, and ABC handoff — each bound to real Yosys stats.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 track: common/solvers.py (pass map), common/real_solvers.py (evidence), and common/algo_solvers.py plus partc_bind.py (algorithms). Browser labs mirror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course labs. Start at the pass-map proc lab, continue into the real CLI modules, then the Part C algorithm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pass-map proc lab for pass names, continue into the real CLI modules, then the Part C algorithm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Why Yosys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Learn_yosys has three parts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Part A pass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Pass map on tiny_yosys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Part B real Yosys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Part B: real binary, RTLIL cells, and checked-in goldens from Yosys 0.9 on tiny_and_or.v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Part C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Part C: proc_mux, proc_dff ($adff), opt, techmap, extract, memory, fsm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Browser labs mirror all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the course labs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 at the pass-map proc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 with the pass-map proc lab for pass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