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all passes and compares report stats to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engine_ok=True, report_cells=7, report_wires=11.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 runs all passes and compares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after_opt_cells=5.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after_strash_cells=4.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cells=7 wires=11 after synth.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**yosys-engine**. Run engine; confirm ok and report 7/11.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yosys_engine(); assert ok and report cell/wire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passes.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all passes and compares report stats to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engine_ok=True, report_cells=7, report_wires=11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 snapshot</a:t>
            </a:r>
          </a:p>
        </p:txBody>
      </p:sp>
      <p:pic>
        <p:nvPicPr>
          <p:cNvPr id="3" name="Picture 2" descr="01-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 golden</a:t>
            </a:r>
          </a:p>
        </p:txBody>
      </p:sp>
      <p:pic>
        <p:nvPicPr>
          <p:cNvPr id="3" name="Picture 2" descr="02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Strash golden</a:t>
            </a:r>
          </a:p>
        </p:txBody>
      </p:sp>
      <p:pic>
        <p:nvPicPr>
          <p:cNvPr id="3" name="Picture 2" descr="03-str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Strash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 stats</a:t>
            </a:r>
          </a:p>
        </p:txBody>
      </p:sp>
      <p:pic>
        <p:nvPicPr>
          <p:cNvPr id="3" name="Picture 2" descr="0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yosys_engine(); assert ok and report cell/wire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passes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