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Yosys abc is a bridge: you hand an AIG-shaped cone to an external optimizer.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abc_aig_ands=3 after opt_merge-shaped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netlist ready for ABC.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AND-ish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$mux counts as two 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Yosys abc bridges to ABC/ABC9.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aig_ands=3.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**abc-handoff**. Count AND nodes for the ABC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algo_abc_handoff(); assert aig_ands ==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before merge. Treating mux as one AND instead of two in this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`algo_abc_handoff`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full Yosys algo engine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abc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Yosys abc is a bridge: you hand an AIG-shaped cone to an external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abc_aig_ands=3 after opt_merge-shaped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 opt</a:t>
            </a:r>
          </a:p>
        </p:txBody>
      </p:sp>
      <p:pic>
        <p:nvPicPr>
          <p:cNvPr id="3" name="Picture 2" descr="01-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 opt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 budget</a:t>
            </a:r>
          </a:p>
        </p:txBody>
      </p:sp>
      <p:pic>
        <p:nvPicPr>
          <p:cNvPr id="3" name="Picture 2" descr="02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Mux cost</a:t>
            </a:r>
          </a:p>
        </p:txBody>
      </p:sp>
      <p:pic>
        <p:nvPicPr>
          <p:cNvPr id="3" name="Picture 2" descr="03-m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Mux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abc pass</a:t>
            </a:r>
          </a:p>
        </p:txBody>
      </p:sp>
      <p:pic>
        <p:nvPicPr>
          <p:cNvPr id="3" name="Picture 2" descr="04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abc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abc-handoff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 AND nodes for the ABC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algo_abc_handoff(); assert aig_ands ==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before merge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mux as one AND instead of two in this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after opt_merge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and += 1 per dollar and; += 2 per dollar mux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aig_ands ==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full Yosys algo engine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abc handoff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