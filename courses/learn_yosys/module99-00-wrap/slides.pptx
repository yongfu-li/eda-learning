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finished Part A pass map, Part B real Yosys evidence, Part C algorithms bound to Yosys, and Part D internals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name the pass map, run real Yosys scripts, explain the algorithms behind proc through ABC, and open the Yosys C++ tree with intent.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Checked-in logs and goldens under common/logs and common/evidence — including Part C partc/ — prove the real binary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Pass-map labs teach order. Real modules teach CLI and RTLIL. Algorithm labs teach moves and bind them. Internals labs teach how to read and extend the C++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to OpenROAD or OpenLane when you are ready for place and route evidence — or clone YosysHQ/yosys and try a tiny pass stub.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Path complete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 finished Part A pass map, Part B real Yosys evidence, Part C algorithms bound to Yosys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 can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Yosys C++ tree with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Checked-in logs and goldens under common/logs and common/evidence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Four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Pass-map labs teach order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modules teach CLI and RTLIL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Algorithm labs teach moves and bind them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Internals labs teach how to read and extend the C++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OpenROAD or OpenLane when you are ready for place and route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00 wrap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