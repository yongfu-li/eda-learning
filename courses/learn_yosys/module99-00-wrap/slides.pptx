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tiny_yosys: 6 RTL cells; flatten→1; opt→5; strash→4; rewrite→3; nand 6/7; report 7/11;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learn_openroad (place/route evidence).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proc, flatten, opt, strash, rewrite, techmap, synth,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RTL cells; flatten→1; opt→5; strash→4; rewrite→3; nand 6/7; report 7/11;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learn_openroad (place/route evidence).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name every pass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tiny_yosys: 6 RTL cells; flatten→1; opt→5; strash→4; rewrite→3; nand 6/7; report 7/11;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learn_openroad (place/route evidence)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proc, flatten, opt, strash, rewrite, techmap, synth,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6 RTL cells; flatten→1; opt→5; strash→4; rewrite→3; nand 6/7; report 7/11;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learn_openroad (place/route evidence)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name every pass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