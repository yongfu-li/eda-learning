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finished Part A pass map, Part B real Yosys evidence on tiny_and_or.v, and Part C algorithms bound to real Yosys.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can name the pass map, run real Yosys scripts, and explain the algorithms behind proc, opt, techmap, extract, memory, fsm, and ABC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Checked-in logs and goldens under common/logs and common/evidence — including Part C partc/ — prove the real binary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Pass-map labs teach the pass order. Real modules teach the CLI, RTLIL, and evidence. Algorithm labs teach the moves and bind them to Yosys.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Continue to OpenROAD or OpenLane when you are ready for place and route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Path complete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You finished Part A pass map, Part B real Yosys evidence on tiny_and_or.v, and Part C algorithms bound to real Yosys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you can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can name the pass map, run real Yosys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Checked-in logs and goldens under common/logs and common/evidence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Three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Pass-map labs teach the pass order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modules teach the CLI, RTLIL, and evidence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Algorithm labs teach the moves and bind them to Yosys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OpenROAD or OpenLane when you are ready for place and route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