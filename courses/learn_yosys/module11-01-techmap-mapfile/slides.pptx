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Techmap rewrites generic cells into library primitives via map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nand_not_count=2 (NAND + NOT).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$and → NAND then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cell $_NAND_.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cell $_NOT_.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nand_not_count=2.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nand_not=2.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**techmap-mapfile**. Apply the map rule and Check NAND/NOT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algo_techmap_mapfile(); assert nand_not_count ==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Mapping every cell type at once. Counting NAND without the following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algo solvers self-test, or call `algo_techmap_mapfile`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extract ANDOR2 subcircuit.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techmap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Techmap rewrites generic cells into library primitives via map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nand_not_count=2 (NAND + NOT)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Map rule</a:t>
            </a:r>
          </a:p>
        </p:txBody>
      </p:sp>
      <p:pic>
        <p:nvPicPr>
          <p:cNvPr id="3" name="Picture 2" descr="01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Map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Emit NAND</a:t>
            </a:r>
          </a:p>
        </p:txBody>
      </p:sp>
      <p:pic>
        <p:nvPicPr>
          <p:cNvPr id="3" name="Picture 2" descr="02-n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Emit NAND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Emit NOT</a:t>
            </a:r>
          </a:p>
        </p:txBody>
      </p:sp>
      <p:pic>
        <p:nvPicPr>
          <p:cNvPr id="3" name="Picture 2" descr="03-n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Emit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 2</a:t>
            </a:r>
          </a:p>
        </p:txBody>
      </p:sp>
      <p:pic>
        <p:nvPicPr>
          <p:cNvPr id="3" name="Picture 2" descr="04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techmap-mapfile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Apply the map rule and Check NAND/NOT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algo_techmap_mapfile(); assert nand_not_count ==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Mapping every cell type at once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NAND without the following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after opt_merge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match dollar and → emit $_NAND_ then $_NOT_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nand_not_count ==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extract ANDOR2 subcircuit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mapfile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