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Combo case and if processes become mux cells before registers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mux_count=1; type is dollar mux.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on s assigns y from a or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proc_mux builds one $mux.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 s; A=a; B=b; Y=y.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Combo process is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mux_count=1.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**proc-mux**. Replace the combo process with one mux cell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algo_proc_mux(); assert mux_count == 1 and the cell type is dollar mux.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Leaving the combo process in place. Mapping sync processes as muxes.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`algo_proc_mux`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proc_dff with async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proc mux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Combo case and if processes become mux cells before registers appear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mux_count=1; type is dollar mux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Combo process</a:t>
            </a:r>
          </a:p>
        </p:txBody>
      </p:sp>
      <p:pic>
        <p:nvPicPr>
          <p:cNvPr id="3" name="Picture 2" descr="01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Combo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Emit $mux</a:t>
            </a:r>
          </a:p>
        </p:txBody>
      </p:sp>
      <p:pic>
        <p:nvPicPr>
          <p:cNvPr id="3" name="Picture 2" descr="02-m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Emit $mux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S/A/B/Y</a:t>
            </a:r>
          </a:p>
        </p:txBody>
      </p:sp>
      <p:pic>
        <p:nvPicPr>
          <p:cNvPr id="3" name="Picture 2" descr="03-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S/A/B/Y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Combo removed</a:t>
            </a:r>
          </a:p>
        </p:txBody>
      </p:sp>
      <p:pic>
        <p:nvPicPr>
          <p:cNvPr id="3" name="Picture 2" descr="04-g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Combo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proc-mux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Replace the combo process with one mux cell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algo_proc_mux(); assert mux_count == 1 and the cell type is dollar mux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Leaving the combo process in place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Mapping sync processes as muxes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algo solvers self-test, or call `algo_proc_mux`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combo process with two cases: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emit dollar mux (S,A,B,Y)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drop that process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mux_count ==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proc_dff with async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proc mux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