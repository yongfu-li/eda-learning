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engine call chains proc, opt, techmap, extract, memory, fsm, and abc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yosys_algo_engine ok=True (all Part C goldens).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Engine runs every Part C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mux=1 dff=1.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clean 2 merge ands=1.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techmap 2 extract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engine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**yosys-algo-engine**. Run the full chain and Check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yosys_algo_engine(); assert ok is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Passing a mutated design mid-chain. Asserting only one stage and calling it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algo solvers self-test, or call `yosys_algo_engine`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offline benchmark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engine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One engine call chains proc, opt, techmap, extract, memory, fsm, and abc goldens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yosys algo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yosys_algo_engine ok=True (all Part C goldens)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yosys algo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All checks</a:t>
            </a:r>
          </a:p>
        </p:txBody>
      </p:sp>
      <p:pic>
        <p:nvPicPr>
          <p:cNvPr id="3" name="Picture 2" descr="01-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All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yosys algo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proc goldens</a:t>
            </a:r>
          </a:p>
        </p:txBody>
      </p:sp>
      <p:pic>
        <p:nvPicPr>
          <p:cNvPr id="3" name="Picture 2" descr="02-p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proc goldens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yosys algo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opt goldens</a:t>
            </a:r>
          </a:p>
        </p:txBody>
      </p:sp>
      <p:pic>
        <p:nvPicPr>
          <p:cNvPr id="3" name="Picture 2" descr="03-o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opt goldens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yosys algo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map goldens</a:t>
            </a:r>
          </a:p>
        </p:txBody>
      </p:sp>
      <p:pic>
        <p:nvPicPr>
          <p:cNvPr id="3" name="Picture 2" descr="04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map goldens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yosys algo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OK</a:t>
            </a:r>
          </a:p>
        </p:txBody>
      </p:sp>
      <p:pic>
        <p:nvPicPr>
          <p:cNvPr id="3" name="Picture 2" descr="05-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yosys algo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yosys-algo-engine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the full chain and Check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yosys algo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yosys_algo_engine(); assert ok is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yosys algo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Passing a mutated design mid-chain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Asserting only one stage and calling it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yosys algo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yosys algo engine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courses/learn_yosys/common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algo_solvers.py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yosys algo engine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yosys algo engine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run mux, dff, clean, expr, merge, techmap, extract, memory, fsm, abc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every golden matches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yosys algo engine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offline benchmark 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yosys algo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