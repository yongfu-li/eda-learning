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proc lowers Verilog processes into RTLIL cells — the child always block becomes $dff.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after_proc processes=0 has_dff=True; types include $dff.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$dff yet — child still has a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proc creates $dff from always @(posedge clk).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processes → 0 after proc.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$dff cell appears in the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processes=0 has_dff=True.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**real-proc**. Open **real-proc**. Show proc stage; confirm $dff and processes=0.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pass_real_proc(); assert 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Confusing toy pass_proc with real proc. Expecting $dff before proc.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common folder, run the real solvers self-test, or call `pass_real_proc`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check in plain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flatten + opt.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real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Real proc lowers Verilog processes into RTLIL cells , the child always block becomes $dff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real proc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after_proc processes=0 has_dff=True; types include $dff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real proc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Before: process</a:t>
            </a:r>
          </a:p>
        </p:txBody>
      </p:sp>
      <p:pic>
        <p:nvPicPr>
          <p:cNvPr id="3" name="Picture 2" descr="01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Before: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real proc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proc runs</a:t>
            </a:r>
          </a:p>
        </p:txBody>
      </p:sp>
      <p:pic>
        <p:nvPicPr>
          <p:cNvPr id="3" name="Picture 2" descr="02-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proc 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real proc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Processes cleared</a:t>
            </a:r>
          </a:p>
        </p:txBody>
      </p:sp>
      <p:pic>
        <p:nvPicPr>
          <p:cNvPr id="3" name="Picture 2" descr="03-cl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Processes cleared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real proc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$dff present</a:t>
            </a:r>
          </a:p>
        </p:txBody>
      </p:sp>
      <p:pic>
        <p:nvPicPr>
          <p:cNvPr id="3" name="Picture 2" descr="04-d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$dff present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real proc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real proc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real-proc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real-proc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Show proc stage; confirm $dff and processes=0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real proc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pass_real_proc(); assert 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real proc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Confusing toy pass_proc with real proc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Expecting $dff before proc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real proc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common folder, run the real solvers self-test, or call `pass_real_proc` directly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real proc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cd courses/learn_yosys/common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real_solvers.py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real proc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is the check in plain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real proc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run proc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assert processes=0 and dff present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real proc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flatten + opt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real proc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