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Dead logic and constant buffers waste cells; clean and fold shrink the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opt_clean removed=2; opt_expr folded=1.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 to dead and BUF const0.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2 unused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Fold const0 BUF.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Mux/DFF/ANDs that fan out stay.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removed=2 folded=1.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**opt-clean-expr**. Remove dead cells and fold the const0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algo_opt_clean(); assert removed_count == 2. Call algo_opt_expr(); assert folded_count ==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Deleting live fanout. Counting fold after clean already dropped the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`algo_opt_clean`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opt_merge of duplicate 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opt clean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Dead logic and constant buffers waste cells; clean and fold shrink the netlist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opt_clean removed=2; opt_expr folded=1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Dead cells</a:t>
            </a:r>
          </a:p>
        </p:txBody>
      </p:sp>
      <p:pic>
        <p:nvPicPr>
          <p:cNvPr id="3" name="Picture 2" descr="01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Dead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opt_clean</a:t>
            </a:r>
          </a:p>
        </p:txBody>
      </p:sp>
      <p:pic>
        <p:nvPicPr>
          <p:cNvPr id="3" name="Picture 2" descr="02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opt_clean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opt_expr</a:t>
            </a:r>
          </a:p>
        </p:txBody>
      </p:sp>
      <p:pic>
        <p:nvPicPr>
          <p:cNvPr id="3" name="Picture 2" descr="03-ex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opt_expr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Keep live</a:t>
            </a:r>
          </a:p>
        </p:txBody>
      </p:sp>
      <p:pic>
        <p:nvPicPr>
          <p:cNvPr id="3" name="Picture 2" descr="04-k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Keep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opt-clean-expr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Remove dead cells and fold the const0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algo_opt_clean(); assert removed_count == 2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algo_opt_expr(); assert folded_count ==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Deleting live fanout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fold after clean already dropped the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algo solvers self-test, or call `algo_opt_clean`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mark used nets from POs backward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drop cells whose Y/Q never used (keep mux/dff)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fold dollar buf tied to const0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removed==2 and folded==1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opt_merge of duplicate 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clean expr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