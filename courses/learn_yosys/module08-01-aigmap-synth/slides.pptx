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aigmap pushes toward AND/NOT form; synth -top runs Yosys's generic recipe to gate-level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aigmap cells=7; synth cells=2 types=$_AOI3_,$_DFF_P_.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 netlist with $and/$or/$not/$dff.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Maps to $_AND_/$_NOT_ — cells=7.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 -top top runs the built-in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Result: $_AOI3_ and $_DFF_P_.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synth cells=2.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**aigmap-synth**. Open **aigmap-synth**. Show aigmap then synth; select $_AOI3_.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pass_aigmap_synth(); assert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Expecting NAND2 from the toy techmap. Skipping synth -top.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solvers self-test, or call `pass_aigmap_synth`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real evidence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aigmap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Aigmap pushes toward AND/NOT form; synth -top runs Yosys's generic recipe to gate-level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aigmap cells=7; synth cells=2 types=$_AOI3_,$_DFF_P_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Before aigmap</a:t>
            </a:r>
          </a:p>
        </p:txBody>
      </p:sp>
      <p:pic>
        <p:nvPicPr>
          <p:cNvPr id="3" name="Picture 2" descr="01-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Before aigmap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aigmap</a:t>
            </a:r>
          </a:p>
        </p:txBody>
      </p:sp>
      <p:pic>
        <p:nvPicPr>
          <p:cNvPr id="3" name="Picture 2" descr="02-a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aigmap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synth recipe</a:t>
            </a:r>
          </a:p>
        </p:txBody>
      </p:sp>
      <p:pic>
        <p:nvPicPr>
          <p:cNvPr id="3" name="Picture 2" descr="03-sy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synth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AOI3 + DFF</a:t>
            </a:r>
          </a:p>
        </p:txBody>
      </p:sp>
      <p:pic>
        <p:nvPicPr>
          <p:cNvPr id="3" name="Picture 2" descr="04-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AOI3 + DFF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aigmap-synth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aigmap-synth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Show aigmap then synth; select $_AOI3_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pass_aigmap_synth(); assert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NAND2 from the toy techmap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synth -top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aigmap then synth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assert cells seven then two AOI and DFF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real evidence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aigmap synth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