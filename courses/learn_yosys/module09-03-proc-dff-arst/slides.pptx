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Sync processes become flip-flops; async reset rides on the ARST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one dollar adff with arst; processes left = 0. Real Yosys binds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Posedge clk with async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Yosys emits $adff when async reset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Reset becomes ARST on the $adff.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processes lowered.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type=$adff has_arst=True.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**proc-dff-arst**. Emit the $adff with reset ports, clear all processes, and confirm the real bind.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algo_proc_dff(); assert reg_type is $adff, has_arst is True, processes == 0. Then run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Emitting plain $dff when async reset is present. Stopping before processes reach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`algo_proc_dff` and `partc_bind`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opt_clean and opt_expr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proc dff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Sync processes become flip-flops; async reset rides on the ARST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one dollar adff with arst; processes left = 0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Yosys binds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Sync process</a:t>
            </a:r>
          </a:p>
        </p:txBody>
      </p:sp>
      <p:pic>
        <p:nvPicPr>
          <p:cNvPr id="3" name="Picture 2" descr="01-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Sync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Emit $adff</a:t>
            </a:r>
          </a:p>
        </p:txBody>
      </p:sp>
      <p:pic>
        <p:nvPicPr>
          <p:cNvPr id="3" name="Picture 2" descr="02-d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Emit $adff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ARST port</a:t>
            </a:r>
          </a:p>
        </p:txBody>
      </p:sp>
      <p:pic>
        <p:nvPicPr>
          <p:cNvPr id="3" name="Picture 2" descr="03-a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ARST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Processes=0</a:t>
            </a:r>
          </a:p>
        </p:txBody>
      </p:sp>
      <p:pic>
        <p:nvPicPr>
          <p:cNvPr id="3" name="Picture 2" descr="04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Processes=0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proc-dff-arst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Emit the $adff with reset ports, clear all processes, and confirm the real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algo_proc_dff(); assert reg_type is $adff, has_arst is True, processes == 0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run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Emitting plain $dff when async reset is present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Stopping before processes reach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run proc_mux first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each sync process: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if reset present: emit $adff (CLK,D,Q,ARST)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else: emit $dff (CLK,D,Q)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reg_type==$adff and processes==0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opt_clean and opt_expr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proc dff arst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