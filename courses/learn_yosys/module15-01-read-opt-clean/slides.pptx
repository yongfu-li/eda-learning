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Algorithms in Part C match moves. Now map those moves onto the real C++ file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 used from outputs; delete unused cells; then unused wires. Prefer proc before opt_clean.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file: passes/opt/opt_clean.cc — OptCleanPass.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drivers and keep signals that fan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rmunused_module_cells drops unused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rmunused_module_signals cleans leftover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 → rm cells → rm wires; processes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**read-opt-clean**. Step the mark/delete pipeline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read_opt_clean(); assert stage order and process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Expecting opt_clean to lower processes. Deleting wires before cells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call read_opt_clean and print the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opt_clean flow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contribute a minimal pass of 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read a real pass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Algorithms in Part C match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mark used from outputs; delete unused cells; then unused wires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proc before opt_clean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File home</a:t>
            </a:r>
          </a:p>
        </p:txBody>
      </p:sp>
      <p:pic>
        <p:nvPicPr>
          <p:cNvPr id="3" name="Picture 2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File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Mark used</a:t>
            </a:r>
          </a:p>
        </p:txBody>
      </p:sp>
      <p:pic>
        <p:nvPicPr>
          <p:cNvPr id="3" name="Picture 2" descr="02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Mark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Remove cells</a:t>
            </a:r>
          </a:p>
        </p:txBody>
      </p:sp>
      <p:pic>
        <p:nvPicPr>
          <p:cNvPr id="3" name="Picture 2" descr="03-rm-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Remove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Remove wires</a:t>
            </a:r>
          </a:p>
        </p:txBody>
      </p:sp>
      <p:pic>
        <p:nvPicPr>
          <p:cNvPr id="3" name="Picture 2" descr="04-rm-w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Remove wires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read-opt-clean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Step the mark/delete pipeline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read_opt_clean(); assert stage order and process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opt_clean to lower processes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Deleting wires before cells blindly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call read_opt_clean and print the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python3 -c "from internals_solvers import read_opt_clean;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print(read_opt_clean())"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opt_clean flow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module in selected: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if processes: warn/skip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mark_used(outputs)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rmunused_module_cells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rmunused_module_signals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contribute a minimal pass of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read opt clean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