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 pass lowers RTL to a gate-level netlist Yosys can optimize.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rtl_cell_count=6, module_count=2.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gate-level cells after proc on tiny_and_or.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c1: AND(a,b)→n1 in top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c2: OR(n1,c)→n2 feeds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 duplicates c1 — strash target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rtl_cell_count=6.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**proc-elaborate**. Inspect tiny_yosys; confirm 6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pass_proc(); assert cell_count==6.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proc with synth. Expecting fewer cells before opt.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hierarchy flatten.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proc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The proc pass lowers RTL to a gate-level netlist Yosys can optimize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rtl_cell_count=6, module_count=2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RTL gate view</a:t>
            </a:r>
          </a:p>
        </p:txBody>
      </p:sp>
      <p:pic>
        <p:nvPicPr>
          <p:cNvPr id="3" name="Picture 2" descr="01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RTL gate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 c1</a:t>
            </a:r>
          </a:p>
        </p:txBody>
      </p:sp>
      <p:pic>
        <p:nvPicPr>
          <p:cNvPr id="3" name="Picture 2" descr="02-a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 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OR c2</a:t>
            </a:r>
          </a:p>
        </p:txBody>
      </p:sp>
      <p:pic>
        <p:nvPicPr>
          <p:cNvPr id="3" name="Picture 2" descr="03-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OR 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Duplicate AND</a:t>
            </a:r>
          </a:p>
        </p:txBody>
      </p:sp>
      <p:pic>
        <p:nvPicPr>
          <p:cNvPr id="3" name="Picture 2" descr="04-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Duplicate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pass_proc(); assert cell_count==6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proc with synth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fewer cells before 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hierarchy flatten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elaborate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