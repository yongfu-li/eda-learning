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strash merges structurally identical AND(a,b) and retargets fans.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after_strash_cells=4, merge n3→n1.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AND(a,b) keys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AND(a,b) — c3 is duplicate.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Retarget fans; drop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AND remains after strash.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after_strash_cells=4.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**aig-strash**. Confirm cells=4 and n3 merged.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pass_aig_strash(); assert cell_count==4.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Merging unlike cells. Forgetting fan retarget.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strash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Strash merges structurally identical AND(a,b) and retargets fans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after_strash_cells=4, merge n3→n1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Hash key table</a:t>
            </a:r>
          </a:p>
        </p:txBody>
      </p:sp>
      <p:pic>
        <p:nvPicPr>
          <p:cNvPr id="3" name="Picture 2" descr="01-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Hash key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c1 and c3</a:t>
            </a:r>
          </a:p>
        </p:txBody>
      </p:sp>
      <p:pic>
        <p:nvPicPr>
          <p:cNvPr id="3" name="Picture 2" descr="02-c1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c1 and 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 n3→n1</a:t>
            </a:r>
          </a:p>
        </p:txBody>
      </p:sp>
      <p:pic>
        <p:nvPicPr>
          <p:cNvPr id="3" name="Picture 2" descr="03-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 n3→n1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cells</a:t>
            </a:r>
          </a:p>
        </p:txBody>
      </p:sp>
      <p:pic>
        <p:nvPicPr>
          <p:cNvPr id="3" name="Picture 2" descr="04-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pass_aig_strash(); assert cell_count==4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Merging unlike cells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fan retarget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rewrite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aig strash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