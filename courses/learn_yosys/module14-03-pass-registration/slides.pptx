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Yosys is a pass engine. Your code becomes a command when it registers a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subclass Pass, REGISTER_PASS, implement execute(args, design).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 stores the command name and short help.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macro installs the pass into the global command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execute receives args and the live Design pointer.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extra_args applies the selection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name → register → execute → selected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**pass-registration**. Order the registration steps and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pass_registration(); assert recipe ids match the golden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Forgetting REGISTER_PASS. Mutating modules that are not selected.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call pass_registration and print the recipe.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Pass registration shape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read the real opt_clean shape in the Yosys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registration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Yosys is a pass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pass registration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subclass Pass, REGISTER_PASS, implement execute(args, design)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pass registration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Pass class</a:t>
            </a:r>
          </a:p>
        </p:txBody>
      </p:sp>
      <p:pic>
        <p:nvPicPr>
          <p:cNvPr id="3" name="Picture 2" descr="01-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Pass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pass registration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REGISTER_PASS</a:t>
            </a:r>
          </a:p>
        </p:txBody>
      </p:sp>
      <p:pic>
        <p:nvPicPr>
          <p:cNvPr id="3" name="Picture 2" descr="02-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REGISTER_PASS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pass registration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execute</a:t>
            </a:r>
          </a:p>
        </p:txBody>
      </p:sp>
      <p:pic>
        <p:nvPicPr>
          <p:cNvPr id="3" name="Picture 2" descr="03-exec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execute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pass registration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Selection</a:t>
            </a:r>
          </a:p>
        </p:txBody>
      </p:sp>
      <p:pic>
        <p:nvPicPr>
          <p:cNvPr id="3" name="Picture 2" descr="04-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pass registration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pass registration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pass-registration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Order the registration steps and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pass registration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pass_registration(); assert recipe ids match the golden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pass registration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REGISTER_PASS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Mutating modules that are not selected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pass registration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call pass_registration and print the recipe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pass registration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courses/learn_yosys/common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python3 -c "from internals_solvers import pass_registration;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print(pass_registration())"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pass registration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Pass registration shape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pass registration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struct MyPass : Pass { MyPass(): Pass("my_pass", "help") {}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  void execute(args, design) override { ... } };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REGISTER_PASS(MyPass)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pass registration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read the real opt_clean shape in the Yosys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pass registration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