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Yosys synth script chains named passes into one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full chain completes with nand area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 → flatten → opt → strash → rewrite → techmap.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RTL gate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opt/strash/rewrite shrink to mapped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techmap emits NAND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synth recipe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**synth-script**. Run synth; confirm mapped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pass_synth_script(); assert nand_count==6.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flatten. Wrong pass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yosys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synth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Yosys synth script chains named passes into one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full chain completes with nand area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Pass recipe chain</a:t>
            </a:r>
          </a:p>
        </p:txBody>
      </p:sp>
      <p:pic>
        <p:nvPicPr>
          <p:cNvPr id="3" name="Picture 2" descr="01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Pass recipe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 step</a:t>
            </a:r>
          </a:p>
        </p:txBody>
      </p:sp>
      <p:pic>
        <p:nvPicPr>
          <p:cNvPr id="3" name="Picture 2" descr="02-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Mid passes</a:t>
            </a:r>
          </a:p>
        </p:txBody>
      </p:sp>
      <p:pic>
        <p:nvPicPr>
          <p:cNvPr id="3" name="Picture 2" descr="03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Mid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techmap area</a:t>
            </a:r>
          </a:p>
        </p:txBody>
      </p:sp>
      <p:pic>
        <p:nvPicPr>
          <p:cNvPr id="3" name="Picture 2" descr="04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techmap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pass_synth_script(); assert nand_count==6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flatten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pass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yosys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synth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