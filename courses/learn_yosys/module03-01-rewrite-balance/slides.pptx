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rewrite absorbs OR followed by NOT into a single NOR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after_rewrite_cells=3, comb=2, seq=1.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c2 OR feeds c5 NOT on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OR+NOT with single NOR.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combinational cells after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DFF c6 unchanged — seq=1.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after_rewrite_cells=3.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**rewrite-balance**. Confirm cells=3 and NOR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pass_rewrite(); assert cell_count==3 and comb_count==2.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Rewriting DFF. Missing OR+NOT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techmap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rewrite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Rewrite absorbs OR followed by NOT into a single NOR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rewrite balance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after_rewrite_cells=3, comb=2, seq=1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rewrite balance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OR+NOT pair</a:t>
            </a:r>
          </a:p>
        </p:txBody>
      </p:sp>
      <p:pic>
        <p:nvPicPr>
          <p:cNvPr id="3" name="Picture 2" descr="01-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OR+NOT 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rewrite balance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Absorb to NOR</a:t>
            </a:r>
          </a:p>
        </p:txBody>
      </p:sp>
      <p:pic>
        <p:nvPicPr>
          <p:cNvPr id="3" name="Picture 2" descr="02-abso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Absorb to NOR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rewrite balance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Comb count</a:t>
            </a:r>
          </a:p>
        </p:txBody>
      </p:sp>
      <p:pic>
        <p:nvPicPr>
          <p:cNvPr id="3" name="Picture 2" descr="03-c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Comb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rewrite balance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Seq hold</a:t>
            </a:r>
          </a:p>
        </p:txBody>
      </p:sp>
      <p:pic>
        <p:nvPicPr>
          <p:cNvPr id="3" name="Picture 2" descr="04-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Seq 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rewrite 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rewrite balance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rewrite 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pass_rewrite(); assert cell_count==3 and comb_count==2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rewrite balance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Rewriting DFF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OR+NOT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rewrite balance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techmap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rewrite balance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