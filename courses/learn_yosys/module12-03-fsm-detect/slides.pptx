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FSM passes count states and transitions, then choose encoding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states=3; transitions=3; encoding_bits=2.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IDLE RUN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bits encode three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Reset state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states=3 bits=2.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**fsm-detect**. Read states, edges, and encoding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algo_fsm_detect(); assert states == 3, transitions == 3, encoding_bits ==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encoding bits as state count. Missing a transition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`algo_fsm_detect`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ABC handoff AND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fsm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FSM passes count states and transitions, then choose encoding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states=3; transitions=3; encoding_bits=2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States</a:t>
            </a:r>
          </a:p>
        </p:txBody>
      </p:sp>
      <p:pic>
        <p:nvPicPr>
          <p:cNvPr id="3" name="Picture 2" descr="01-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Transitions</a:t>
            </a:r>
          </a:p>
        </p:txBody>
      </p:sp>
      <p:pic>
        <p:nvPicPr>
          <p:cNvPr id="3" name="Picture 2" descr="02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Encoding</a:t>
            </a:r>
          </a:p>
        </p:txBody>
      </p:sp>
      <p:pic>
        <p:nvPicPr>
          <p:cNvPr id="3" name="Picture 2" descr="03-e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Reset</a:t>
            </a:r>
          </a:p>
        </p:txBody>
      </p:sp>
      <p:pic>
        <p:nvPicPr>
          <p:cNvPr id="3" name="Picture 2" descr="04-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fsm-detect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states, edges, and encoding 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algo_fsm_detect(); assert states == 3, transitions == 3, encoding_bits ==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encoding bits as state count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a transition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algo solvers self-test, or call `algo_fsm_detect`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states ← fsm.states; trans ← fsm.transitions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bits ← max encoding string length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3, 3, and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ABC handoff AND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fsm detect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