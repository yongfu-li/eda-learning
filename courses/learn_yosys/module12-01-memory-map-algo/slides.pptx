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Memory passes turn array descriptions into dollar-mem cells with size and width.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one dollar mem; depth=8; width=4.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Width 4 depth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memory_* → $mem.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and write ports counted.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SIZE=depth=8.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GOLDEN: depth=8 width=4.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**memory-map-algo**. Build the mem cell and Check depth and width.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algo_memory_map(); assert depth == 8 and width ==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Swapping depth and width. Ignoring read versus write 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the common folder, run the algo solvers self-test, or call `algo_memory_map` directly.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 is the check in plain steps.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FSM detect and encoding bits.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Why memory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Memory passes turn array descriptions into dollar-mem cells with size and width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memory map algo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GOLDEN: one dollar mem; depth=8; width=4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memory map algo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Array</a:t>
            </a:r>
          </a:p>
        </p:txBody>
      </p:sp>
      <p:pic>
        <p:nvPicPr>
          <p:cNvPr id="3" name="Picture 2" descr="01-a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Array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memory map algo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Infer</a:t>
            </a:r>
          </a:p>
        </p:txBody>
      </p:sp>
      <p:pic>
        <p:nvPicPr>
          <p:cNvPr id="3" name="Picture 2" descr="02-in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Infer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memory map algo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Ports</a:t>
            </a:r>
          </a:p>
        </p:txBody>
      </p:sp>
      <p:pic>
        <p:nvPicPr>
          <p:cNvPr id="3" name="Picture 2" descr="03-po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memory map algo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SIZE</a:t>
            </a:r>
          </a:p>
        </p:txBody>
      </p:sp>
      <p:pic>
        <p:nvPicPr>
          <p:cNvPr id="3" name="Picture 2" descr="04-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memory map algo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</a:t>
            </a:r>
          </a:p>
        </p:txBody>
      </p:sp>
      <p:pic>
        <p:nvPicPr>
          <p:cNvPr id="3" name="Picture 2" descr="05-gold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Golden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memory map algo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memory-map-algo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Build the mem cell and Check depth and width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memory map algo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algo_memory_map(); assert depth == 8 and width ==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memory map algo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Swapping depth and width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read versus write 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memory map algo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From the common folder, run the algo solvers self-test, or call `algo_memory_map` directly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memory map algo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Try these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cd courses/learn_yosys/common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python3 algo_solvers.py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memory map algo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Here is the check in plain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memory map algo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read memory block from tiny_algo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emit dollar mem WIDTH=width SIZE=depth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ok if depth==8 and width==4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memory map algo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FSM detect and encoding bits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learn_yosys — 01 memory map algo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