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Browser IR and JSON are maps. Real Yosys stores the same ideas as C++ objects in RTLIL.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Design owns Modules; Module owns Wires, Cells, Processes; ports use SigSpec.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Design is the root container for modules.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 holds wires, cells, and processes.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Wires are nets; cells are instances with typed 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SigSpec is the bit-accurate connection fabric.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five pillars — Design, Module, Wire, Cell, SigSpec.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**rtlil-cpp-model**. Click through the object graph and check the goldens.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rtlil_cpp_model() in internals_solvers; assert pillar count and nesting.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Treating JSON keys as the C++ API. Forgetting SigSpec between cells and wires.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common folder, run the internals solvers self-test.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RTLIL nesting in plain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how passes register and run on a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RTLIL C++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Browser IR and JSON are maps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rtlil cpp 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Design owns Modules; Module owns Wires, Cells, Processes; ports use SigSpec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rtlil cpp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Design</a:t>
            </a:r>
          </a:p>
        </p:txBody>
      </p:sp>
      <p:pic>
        <p:nvPicPr>
          <p:cNvPr id="3" name="Picture 2" descr="01-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rtlil cpp model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Module</a:t>
            </a:r>
          </a:p>
        </p:txBody>
      </p:sp>
      <p:pic>
        <p:nvPicPr>
          <p:cNvPr id="3" name="Picture 2" descr="02-mo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Module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rtlil cpp model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Wire and Cell</a:t>
            </a:r>
          </a:p>
        </p:txBody>
      </p:sp>
      <p:pic>
        <p:nvPicPr>
          <p:cNvPr id="3" name="Picture 2" descr="03-wire-c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Wire and Cell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rtlil cpp model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SigSpec</a:t>
            </a:r>
          </a:p>
        </p:txBody>
      </p:sp>
      <p:pic>
        <p:nvPicPr>
          <p:cNvPr id="3" name="Picture 2" descr="04-sigsp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SigSpec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rtlil cpp model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rtlil cpp model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rtlil-cpp-model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Click through the object graph and check the goldens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rtlil cpp model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rtlil_cpp_model() in internals_solvers; assert pillar count and nesting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rtlil cpp model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Treating JSON keys as the C++ API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Forgetting SigSpec between cells and wires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rtlil cpp model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the common folder, run the internals solvers self-test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rtlil cpp model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cd courses/learn_yosys/common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internals_solvers.py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rtlil cpp model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Here is the RTLIL nesting in plain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rtlil cpp model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design.modules[name] → module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module.wires / module.cells / module.processes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cell.connections[port] → SigSpec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rtlil cpp model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how passes register and run on a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rtlil cpp model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