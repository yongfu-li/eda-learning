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gates sharing inputs are the same node; merge retargets fans.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 merge and_count=1 (one duplicate AND removed).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$and(a,b)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is type+A+B.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duplicate; retarget fans.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and_count=1.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**opt-merge-algo**. Merge the twin ANDs and Check and_count.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algo_opt_merge(); assert and_count ==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Merging cells with different inputs. Forgetting to remap fanins.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`algo_opt_merge`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techmap with a map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opt merge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Identical gates sharing inputs are the same node; merge retargets fans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 merge and_count=1 (one duplicate AND removed)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Duplicate AND</a:t>
            </a:r>
          </a:p>
        </p:txBody>
      </p:sp>
      <p:pic>
        <p:nvPicPr>
          <p:cNvPr id="3" name="Picture 2" descr="01-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Duplicate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Hash key</a:t>
            </a:r>
          </a:p>
        </p:txBody>
      </p:sp>
      <p:pic>
        <p:nvPicPr>
          <p:cNvPr id="3" name="Picture 2" descr="02-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Hash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</a:t>
            </a:r>
          </a:p>
        </p:txBody>
      </p:sp>
      <p:pic>
        <p:nvPicPr>
          <p:cNvPr id="3" name="Picture 2" descr="03-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One AND</a:t>
            </a:r>
          </a:p>
        </p:txBody>
      </p:sp>
      <p:pic>
        <p:nvPicPr>
          <p:cNvPr id="3" name="Picture 2" descr="04-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One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opt-merge-algo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Merge the twin ANDs and Check and_count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algo_opt_merge(); assert and_count ==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Merging cells with different inputs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remap fanins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algo solvers self-test, or call `algo_opt_merge`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after opt_clean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key ← (type,A,B) for and/or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if key seen: remap Y and drop duplicate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and_count ==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techmap with a map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opt merge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