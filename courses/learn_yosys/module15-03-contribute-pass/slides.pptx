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Reading is not enough. A contributor knows where a pass lives and how it enters the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add passes/area/name.cc, register the pass, list it in the Makefile, rebuild, yosys -h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kernel/ holds RTLIL and Pass; passes/ holds commands.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Minimal .cc: headers, struct MyPass, REGISTER_PASS.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the object to the Makefile and rebuild.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yosys -h my_pass proves the command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path + REGISTER_PASS + build + help smoke.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**contribute-pass**. Assemble the contribute checklist and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contribute_pass(); assert checklist length and smoke cmd.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Editing only docs. Forgetting the build system entry. Skipping help smoke.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call contribute_pass and print the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contribute checklist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the Yosys path — you can use Yosys and open the C++ tree with intent.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contribute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Reading is not enough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contribute pass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add passes/area/name.cc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contribute pass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Tree layout</a:t>
            </a:r>
          </a:p>
        </p:txBody>
      </p:sp>
      <p:pic>
        <p:nvPicPr>
          <p:cNvPr id="3" name="Picture 2" descr="01-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Tree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contribute pass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Stub file</a:t>
            </a:r>
          </a:p>
        </p:txBody>
      </p:sp>
      <p:pic>
        <p:nvPicPr>
          <p:cNvPr id="3" name="Picture 2" descr="02-st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Stub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contribute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Build hook</a:t>
            </a:r>
          </a:p>
        </p:txBody>
      </p:sp>
      <p:pic>
        <p:nvPicPr>
          <p:cNvPr id="3" name="Picture 2" descr="03-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Build hook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contribute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Smoke</a:t>
            </a:r>
          </a:p>
        </p:txBody>
      </p:sp>
      <p:pic>
        <p:nvPicPr>
          <p:cNvPr id="3" name="Picture 2" descr="04-sm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Smoke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contribute pass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contribute pass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contribute-pass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Assemble the contribute checklist and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contribute pass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contribute_pass(); assert checklist length and smoke cmd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contribute pass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Editing only docs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the build system entry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help smoke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contribute pass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call contribute_pass and print the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contribute pass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courses/learn_yosys/common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python3 -c "from internals_solvers import contribute_pass;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print(contribute_pass())"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contribute pass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contribute checklist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contribute pass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path ← passes/demo/hello_pass.cc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REGISTER_PASS(HelloPass)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add to Makefile; rebuild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smoke ← yosys -h hello_pass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contribute pass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Wrap the Yosys path , you can use Yosys and open the C++ tree with intent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contribute pass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