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 removes unreachable logic such as BUF tied to const0.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after_opt_cells=5, removed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 finds BUF tied to const0.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c4: BUF(const0)→dead never reaches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DCE drops unreachable dead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Remaining comb+seq after opt.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after_opt_cells=5.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**opt-dce**. Run opt; confirm cells=5 and c4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pass_opt_dce(); assert cell_count==5 and c4 in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Removing live cells. Skipping opt before strash.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AIG strash.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opt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Opt removes unreachable logic such as BUF tied to const0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after_opt_cells=5, removed c4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Dead BUF scan</a:t>
            </a:r>
          </a:p>
        </p:txBody>
      </p:sp>
      <p:pic>
        <p:nvPicPr>
          <p:cNvPr id="3" name="Picture 2" descr="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Dead BUF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 c4</a:t>
            </a:r>
          </a:p>
        </p:txBody>
      </p:sp>
      <p:pic>
        <p:nvPicPr>
          <p:cNvPr id="3" name="Picture 2" descr="02-b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 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Remove c4</a:t>
            </a:r>
          </a:p>
        </p:txBody>
      </p:sp>
      <p:pic>
        <p:nvPicPr>
          <p:cNvPr id="3" name="Picture 2" descr="03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Remove 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Five cells</a:t>
            </a:r>
          </a:p>
        </p:txBody>
      </p:sp>
      <p:pic>
        <p:nvPicPr>
          <p:cNvPr id="3" name="Picture 2" descr="04-f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Five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pass_opt_dce(); assert cell_count==5 and c4 in removed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Removing live cells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opt before strash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AIG strash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opt dce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