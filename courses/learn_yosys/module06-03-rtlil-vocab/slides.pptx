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Yosys stores designs in RTLIL — modules, wires, processes, and $-typed cells you see in dump/stat.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after_read modules=2 processes=1 and_count=2; vocab includes $and $or $not $dff.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+ child after hierarchy.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Child still has 1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$and cells — duplicate assign.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OR/NOT appear as $or / $not.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modules=2 processes=1 and=2.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**rtlil-vocab**. Open **rtlil-vocab**. Show read_hierarchy stage; select $and.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pass_rtlil_vocab(); assert ok and and_count==2.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Calling RTLIL 'gates' without $ prefix. Ignoring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solvers self-test, or call `pass_rtlil_vocab`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real proc.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rtlil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Yosys stores designs in RTLIL , modules, wires, processes, and $-typed cells you see in dump/stat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after_read modules=2 processes=1 and_count=2; vocab includes $and $or $not $dff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modules</a:t>
            </a:r>
          </a:p>
        </p:txBody>
      </p:sp>
      <p:pic>
        <p:nvPicPr>
          <p:cNvPr id="3" name="Picture 2" descr="01-m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Process in child</a:t>
            </a:r>
          </a:p>
        </p:txBody>
      </p:sp>
      <p:pic>
        <p:nvPicPr>
          <p:cNvPr id="3" name="Picture 2" descr="02-p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Process in child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$and×2</a:t>
            </a:r>
          </a:p>
        </p:txBody>
      </p:sp>
      <p:pic>
        <p:nvPicPr>
          <p:cNvPr id="3" name="Picture 2" descr="03-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$and×2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$or and $not</a:t>
            </a:r>
          </a:p>
        </p:txBody>
      </p:sp>
      <p:pic>
        <p:nvPicPr>
          <p:cNvPr id="3" name="Picture 2" descr="04-or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$or and $not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rtlil-vocab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rtlil-vocab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read_hierarchy stage; select $and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pass_rtlil_vocab(); assert ok and and_count==2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Calling RTLIL 'gates' without $ prefix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load evidence after hierarchy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assert modules=2 processes=1 and=2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real proc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rtlil vocab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