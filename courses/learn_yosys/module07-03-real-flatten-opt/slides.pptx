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 inlines child into top; opt merges identical cells and cleans dead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flatten modules=1 cells=4; opt cells=4 and_count=1.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two modules with a child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Child $dff inlined — module_count=1.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$and $or $not $dff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 leaves and_count=1.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flat cells=4; opt and=1.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**real-flatten-opt**. Open **real-flatten-opt**. Show flatten then opt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pass_real_flatten_opt(); assert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Expecting module_count=2 after flatten. Counting instance cells after flatten.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solvers self-test, or call `pass_real_flatten_opt`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aigmap + synth.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Flatten inlines child into top; opt merges identical cells and cleans dead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flatten modules=1 cells=4; opt cells=4 and_count=1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Before flatten</a:t>
            </a:r>
          </a:p>
        </p:txBody>
      </p:sp>
      <p:pic>
        <p:nvPicPr>
          <p:cNvPr id="3" name="Picture 2" descr="01-h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Before flatten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flatten</a:t>
            </a:r>
          </a:p>
        </p:txBody>
      </p:sp>
      <p:pic>
        <p:nvPicPr>
          <p:cNvPr id="3" name="Picture 2" descr="02-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flatten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cells</a:t>
            </a:r>
          </a:p>
        </p:txBody>
      </p:sp>
      <p:pic>
        <p:nvPicPr>
          <p:cNvPr id="3" name="Picture 2" descr="03-f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opt merge</a:t>
            </a:r>
          </a:p>
        </p:txBody>
      </p:sp>
      <p:pic>
        <p:nvPicPr>
          <p:cNvPr id="3" name="Picture 2" descr="04-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opt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real-flatten-opt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real-flatten-opt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flatten then opt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pass_real_flatten_opt(); assert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module_count=2 after flatten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instance cells after flatten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flatten then opt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assert modules=1 cells=4 and=1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aigmap + synth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flatten opt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