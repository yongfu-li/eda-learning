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timing graph from pins and delay arcs.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5 pins, 4 arcs; cells u1/u2/u3.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pins: inputs a/b, nets n1/n2, output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delay arcs from liberty-mapped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Arcs belong to u1, u2, u3.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timing graph is pins plus arcs.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pin_count=5 arc_count=4.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**graph-build**. Run Graph / Levelize / Propagate / Slack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tiny_algo_sta without updating Part B liberty delays.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wrap — internals literacy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Build the timing graph from pins and delay arcs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5 pins, 4 arcs; cells u1/u2/u3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Pins</a:t>
            </a:r>
          </a:p>
        </p:txBody>
      </p:sp>
      <p:pic>
        <p:nvPicPr>
          <p:cNvPr id="3" name="Picture 2" descr="01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Arcs</a:t>
            </a:r>
          </a:p>
        </p:txBody>
      </p:sp>
      <p:pic>
        <p:nvPicPr>
          <p:cNvPr id="3" name="Picture 2" descr="02-a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Cells</a:t>
            </a:r>
          </a:p>
        </p:txBody>
      </p:sp>
      <p:pic>
        <p:nvPicPr>
          <p:cNvPr id="3" name="Picture 2" descr="03-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Graph</a:t>
            </a:r>
          </a:p>
        </p:txBody>
      </p:sp>
      <p:pic>
        <p:nvPicPr>
          <p:cNvPr id="3" name="Picture 2" descr="04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graph-build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Graph / Levelize / Propagate / Slack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tiny_algo_sta without updating Part B liberty delays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5 pins, 4 arcs; cells u1/u2/u3.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wrap , internals literacy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graph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