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real OpenSTA engine against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real_opensta_engine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recipe has seven Tcl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 design still has three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delay remains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remains 8.0.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real_opensta_engine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**opensta-evidence**.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real OpenSTA engine against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real_opensta_engine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Full recipe</a:t>
            </a:r>
          </a:p>
        </p:txBody>
      </p:sp>
      <p:pic>
        <p:nvPicPr>
          <p:cNvPr id="3" name="Picture 2" descr="01-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Full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Cells golden</a:t>
            </a:r>
          </a:p>
        </p:txBody>
      </p:sp>
      <p:pic>
        <p:nvPicPr>
          <p:cNvPr id="3" name="Picture 2" descr="02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Cells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 golden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golden</a:t>
            </a:r>
          </a:p>
        </p:txBody>
      </p:sp>
      <p:pic>
        <p:nvPicPr>
          <p:cNvPr id="3" name="Picture 2" descr="04-s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opensta-evidence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real_opensta_engine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