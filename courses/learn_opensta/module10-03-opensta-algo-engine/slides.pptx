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full Part C engine and bind to real report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ok; bind slack 8↔8.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build matches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 and required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 and path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slack equals Part B report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opensta_algo_engine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**opensta-algo-engine**. Run Graph / Levelize / Propagate / Slack / Bind,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tiny_algo_sta without updating Part B liberty delays. Ignoring the bind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wrap — internals literacy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the full Part C engine and bind to real report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engine ok; bind slack 8↔8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Graph ok</a:t>
            </a:r>
          </a:p>
        </p:txBody>
      </p:sp>
      <p:pic>
        <p:nvPicPr>
          <p:cNvPr id="3" name="Picture 2" descr="01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Graph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Propagate ok</a:t>
            </a:r>
          </a:p>
        </p:txBody>
      </p:sp>
      <p:pic>
        <p:nvPicPr>
          <p:cNvPr id="3" name="Picture 2" descr="02-p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Propagate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Slack ok</a:t>
            </a:r>
          </a:p>
        </p:txBody>
      </p:sp>
      <p:pic>
        <p:nvPicPr>
          <p:cNvPr id="3" name="Picture 2" descr="03-s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Slack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Bind real</a:t>
            </a:r>
          </a:p>
        </p:txBody>
      </p:sp>
      <p:pic>
        <p:nvPicPr>
          <p:cNvPr id="3" name="Picture 2" descr="04-b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Bind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opensta-algo-engine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Graph / Levelize / Propagate / Slack / Bind,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tiny_algo_sta without updating Part B liberty delays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bind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engine ok; bind slack 8↔8.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wrap , internals literacy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algo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