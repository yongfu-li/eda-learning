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liberty cells AND2/BUF/INV used by tiny_combo.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Liberty cells AND2, BUF, INV; linked cells=3.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tiny_opensta_lib.lib holds AND2, BUF, INV.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AND2 has ~1.0 ns delay in this teaching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 has ~0.5 ns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 has ~0.5 ns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liberty cells AND2,BUF,INV.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**liberty-vocab**. Build the Tcl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REAL_OPENSTA_OK.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sta. Confusing Part A map JSON with real liberty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OpenSTA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wrap — algorithms and internals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OpenSTA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Name liberty cells AND2/BUF/INV used by tiny_combo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Liberty cells AND2, BUF, INV; linked cells=3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Liberty file</a:t>
            </a:r>
          </a:p>
        </p:txBody>
      </p:sp>
      <p:pic>
        <p:nvPicPr>
          <p:cNvPr id="3" name="Picture 2" descr="01-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Liberty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AND2</a:t>
            </a:r>
          </a:p>
        </p:txBody>
      </p:sp>
      <p:pic>
        <p:nvPicPr>
          <p:cNvPr id="3" name="Picture 2" descr="02-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AND2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BUF</a:t>
            </a:r>
          </a:p>
        </p:txBody>
      </p:sp>
      <p:pic>
        <p:nvPicPr>
          <p:cNvPr id="3" name="Picture 2" descr="03-b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INV</a:t>
            </a:r>
          </a:p>
        </p:txBody>
      </p:sp>
      <p:pic>
        <p:nvPicPr>
          <p:cNvPr id="3" name="Picture 2" descr="04-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liberty-vocab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Tcl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REAL_OPENSTA_OK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real liberty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OpenSTA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Liberty cells AND2, BUF, INV; linked cells=3.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wrap , algorithms and internals come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liberty vocab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