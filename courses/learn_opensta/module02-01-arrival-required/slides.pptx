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Propagate arrivals and set required at the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A(y)=2.0; R(y)=10.0.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inputs a and b arrive at time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 grows by cell delay along the cone.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 at endpoint y is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at y equals the clock period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A(y)=2 and R(y)=10.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**arrival-required**.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OPENSTA_MAP_OK.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algorithm STA from learn_sta with OpenSTA command names. Forgetting the clock period when reading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OpenSTA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OpenSTA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Arrival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Propagate arrivals and set required at the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A(y)=2.0; R(y)=10.0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Input arrivals</a:t>
            </a:r>
          </a:p>
        </p:txBody>
      </p:sp>
      <p:pic>
        <p:nvPicPr>
          <p:cNvPr id="3" name="Picture 2" descr="01-in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Input arrivals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Forward propagate</a:t>
            </a:r>
          </a:p>
        </p:txBody>
      </p:sp>
      <p:pic>
        <p:nvPicPr>
          <p:cNvPr id="3" name="Picture 2" descr="02-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Forward propagate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Arrival at y</a:t>
            </a:r>
          </a:p>
        </p:txBody>
      </p:sp>
      <p:pic>
        <p:nvPicPr>
          <p:cNvPr id="3" name="Picture 2" descr="03-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Arrival at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Required at y</a:t>
            </a:r>
          </a:p>
        </p:txBody>
      </p:sp>
      <p:pic>
        <p:nvPicPr>
          <p:cNvPr id="3" name="Picture 2" descr="04-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Required at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arrival-required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OPENSTA_MAP_OK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algorithm STA from learn_sta with OpenSTA command names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clock period when reading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OpenSTA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A(y)=2.0; R(y)=10.0.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OpenSTA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arrival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