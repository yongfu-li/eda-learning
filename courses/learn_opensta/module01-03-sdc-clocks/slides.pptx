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Declare create_clock period and name on clk.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create_clock -period 10 → clk period=10.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 clk is the clock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SDC create_clock names the clock and sets period.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Period is 10 time units on this tiny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A uses an ideal clock — no network latency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clock clk period=10.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**sdc-clocks**. Run the stage buttons and Check the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common/, run solvers.py and confirm OPENSTA_MAP_OK.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Mixing algorithm STA from learn_sta with OpenSTA command names. Forgetting the clock period when reading slack.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OpenSTA map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the OpenSTA Part A map, then the real CLI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SDC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Declare create_clock period and name on clk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sdc clocks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create_clock -period 10 → clk period=10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sdc clocks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Clock port</a:t>
            </a:r>
          </a:p>
        </p:txBody>
      </p:sp>
      <p:pic>
        <p:nvPicPr>
          <p:cNvPr id="3" name="Picture 2" descr="01-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Clock 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sdc clocks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create_clock</a:t>
            </a:r>
          </a:p>
        </p:txBody>
      </p:sp>
      <p:pic>
        <p:nvPicPr>
          <p:cNvPr id="3" name="Picture 2" descr="02-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create_clock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sdc clocks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Period 10</a:t>
            </a:r>
          </a:p>
        </p:txBody>
      </p:sp>
      <p:pic>
        <p:nvPicPr>
          <p:cNvPr id="3" name="Picture 2" descr="03-peri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Period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sdc clocks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Ideal network</a:t>
            </a:r>
          </a:p>
        </p:txBody>
      </p:sp>
      <p:pic>
        <p:nvPicPr>
          <p:cNvPr id="3" name="Picture 2" descr="04-id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Ideal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sdc clocks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sdc clocks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sdc-clocks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the stage buttons and Check the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sdc clocks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common/, run solvers.py and confirm OPENSTA_MAP_OK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sdc clocks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Mixing algorithm STA from learn_sta with OpenSTA command names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the clock period when reading slack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sdc clocks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OpenSTA map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sdc clocks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courses/learn_opensta/common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sdc clocks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sdc clocks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create_clock -period 10 → clk period=10.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sdc clocks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the OpenSTA Part A map, then the real CLI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sdc clocks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