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OpenLane and OpenROAD lean on OpenSTA for static timing. This course teaches the tool the same way learn_yosys teaches Yosys: map, then real CLI, then algorithms, then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A is the interactive timing map. Part B drives real OpenSTA with Tcl. Part C binds algorithms to report goldens. Part D orients you to the C++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should already know STA ideas from learn_sta — arrival, required, slack. Here those ideas become OpenSTA commands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timing graph map lab, then SDC clocks, then the real CLI modules when evidence is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OpenSTA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OpenLane and OpenROAD lean on OpenSTA for static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 A is the interactive timing 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 B drives real OpenSTA with Tcl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 C binds algorithms to report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 D orients you to the C++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Prereq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should already know STA ideas from learn_sta , arrival, required, slack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those ideas become OpenSTA commands and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 with the timing graph map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