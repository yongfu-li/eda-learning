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tiny_combo and see instances u1/u2/u3.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top=tiny_combo; cells u1,u2,u3.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link_design tiny_combo sets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u1 is AND2.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u2 is BUF.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u3 is 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cell_count=3 after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**real-read-netlist**. Build the Tcl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REAL_OPENSTA_OK.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sta. Confusing Part A map JSON with real liberty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OpenSTA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wrap — algorithms and internals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Link tiny_combo and see instances u1/u2/u3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top=tiny_combo; cells u1,u2,u3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Top design</a:t>
            </a:r>
          </a:p>
        </p:txBody>
      </p:sp>
      <p:pic>
        <p:nvPicPr>
          <p:cNvPr id="3" name="Picture 2" descr="01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Top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Instance u1</a:t>
            </a:r>
          </a:p>
        </p:txBody>
      </p:sp>
      <p:pic>
        <p:nvPicPr>
          <p:cNvPr id="3" name="Picture 2" descr="02-u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Instance u1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Instance u2</a:t>
            </a:r>
          </a:p>
        </p:txBody>
      </p:sp>
      <p:pic>
        <p:nvPicPr>
          <p:cNvPr id="3" name="Picture 2" descr="03-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Instance u2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Instance u3</a:t>
            </a:r>
          </a:p>
        </p:txBody>
      </p:sp>
      <p:pic>
        <p:nvPicPr>
          <p:cNvPr id="3" name="Picture 2" descr="04-u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Instance u3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real-read-netlist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Tcl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REAL_OPENSTA_OK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real liberty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OpenSTA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top=tiny_combo; cells u1,u2,u3.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wrap , algorithms and internals come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read netlist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