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real report_checks path delay and slack.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endpoint y; delay 2.0; slack 8.0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report_checks -path_delay max prints the worst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Startpoint is input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Endpoint is output 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Arrival 2.0 required 10.0 → slack 8.0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path_delay=2 slack=8.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**real-report-checks**. Build the Tcl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REAL_OPENSTA_OK.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sta. Confusing Part A map JSON with real liberty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OpenSTA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wrap — algorithms and internals come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OpenSTA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Read real report_checks path delay and slack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endpoint y; delay 2.0; slack 8.0 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report_checks</a:t>
            </a:r>
          </a:p>
        </p:txBody>
      </p:sp>
      <p:pic>
        <p:nvPicPr>
          <p:cNvPr id="3" name="Picture 2" descr="01-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report_checks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Startpoint</a:t>
            </a:r>
          </a:p>
        </p:txBody>
      </p:sp>
      <p:pic>
        <p:nvPicPr>
          <p:cNvPr id="3" name="Picture 2" descr="02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Startpoint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Endpoint</a:t>
            </a:r>
          </a:p>
        </p:txBody>
      </p:sp>
      <p:pic>
        <p:nvPicPr>
          <p:cNvPr id="3" name="Picture 2" descr="03-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Slack MET</a:t>
            </a:r>
          </a:p>
        </p:txBody>
      </p:sp>
      <p:pic>
        <p:nvPicPr>
          <p:cNvPr id="3" name="Picture 2" descr="04-s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Slack MET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real-report-checks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Tcl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REAL_OPENSTA_OK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sta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real liberty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OpenSTA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endpoint y; delay 2.0; slack 8.0 MET.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wrap , algorithms and internals come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01 real report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