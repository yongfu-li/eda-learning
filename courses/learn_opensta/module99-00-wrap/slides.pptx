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finished the OpenSTA map and the real CLI evidence path on tiny_combo with liberty-lite.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 can run sta scripts, link AND2/BUF/INV, declare a 10-unit clock, and read report_checks with delay 2 and slack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Algorithms bound to OpenSTA reports and internals literacy come next, then Magic/Netgen/KLayout and OpenROAD/OpenLane.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Parts A and B complete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You finished the OpenSTA map and the real CLI evidence path on tiny_combo with liberty-lite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00 wrap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you can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You can run sta scripts, link AND2/BUF/INV, declare a 10-unit clock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00 wrap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Algorithms bound to OpenSTA reports and internals literacy come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learn_opensta — 00 wrap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