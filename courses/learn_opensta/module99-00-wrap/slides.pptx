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finished the OpenSTA map, real CLI evidence, algorithms bound to report_checks, and C++ tree literacy.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can match report slack 8 on path b to y, and open Network, Graph, Sdc, Search with intent to contribute.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tools on the OpenLane path: Magic, Netgen, KLayout, then OpenROAD and OpenLane.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Parts A–D complete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You finished the OpenSTA map, real CLI evidence, algorithms bound to report_checks, and C++ tree literacy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learn_opensta — 00 wrap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What you can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You can match report slack 8 on path b to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learn_opensta — 00 wrap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 tools on the OpenLane path: Magic, Netgen, KLayout, then OpenROAD and OpenLane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learn_opensta — 00 wrap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