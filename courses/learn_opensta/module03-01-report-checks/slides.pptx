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 report_checks-shaped endpoint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endpoint y; path delay 2; slack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 report_checks prints worst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endpoint of interest is output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 path lists u1, u2, u3.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reported slack matches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endpoint y; slack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**report-checks**.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OPENSTA_MAP_OK.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algorithm STA from learn_sta with OpenSTA command names. Forgetting the clock period when reading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OpenSTA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OpenSTA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report_checks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 a report_checks-shaped endpoint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endpoint y; path delay 2; slack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report_checks</a:t>
            </a:r>
          </a:p>
        </p:txBody>
      </p:sp>
      <p:pic>
        <p:nvPicPr>
          <p:cNvPr id="3" name="Picture 2" descr="01-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report_checks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Endpoint</a:t>
            </a:r>
          </a:p>
        </p:txBody>
      </p:sp>
      <p:pic>
        <p:nvPicPr>
          <p:cNvPr id="3" name="Picture 2" descr="02-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 cells</a:t>
            </a:r>
          </a:p>
        </p:txBody>
      </p:sp>
      <p:pic>
        <p:nvPicPr>
          <p:cNvPr id="3" name="Picture 2" descr="03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Reported slack</a:t>
            </a:r>
          </a:p>
        </p:txBody>
      </p:sp>
      <p:pic>
        <p:nvPicPr>
          <p:cNvPr id="3" name="Picture 2" descr="04-s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Reported slack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report-checks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OPENSTA_MAP_OK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algorithm STA from learn_sta with OpenSTA command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clock period when reading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OpenSTA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endpoint y; path delay 2; slack 8.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OpenSTA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report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