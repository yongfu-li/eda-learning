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the full Part A engine; ok when every golden matches.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opensta_engine ok=True.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 graph stage passes.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Clock stage passes.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Arrival and required stages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Slack and report stages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opensta_engine ok=True.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**opensta-engine**. Run the stage buttons and Check the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common/, run solvers.py and confirm OPENSTA_MAP_OK.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Mixing algorithm STA from learn_sta with OpenSTA command names. Forgetting the clock period when reading slack.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OpenSTA map self-test.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the OpenSTA Part A map, then the real CLI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OpenSTA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Run the full Part A engine; ok when every golden matches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opensta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opensta_engine ok=True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opensta engine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Graph ok</a:t>
            </a:r>
          </a:p>
        </p:txBody>
      </p:sp>
      <p:pic>
        <p:nvPicPr>
          <p:cNvPr id="3" name="Picture 2" descr="01-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Graph 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opensta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SDC ok</a:t>
            </a:r>
          </a:p>
        </p:txBody>
      </p:sp>
      <p:pic>
        <p:nvPicPr>
          <p:cNvPr id="3" name="Picture 2" descr="02-s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SDC 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opensta 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Arrival ok</a:t>
            </a:r>
          </a:p>
        </p:txBody>
      </p:sp>
      <p:pic>
        <p:nvPicPr>
          <p:cNvPr id="3" name="Picture 2" descr="03-a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Arrival 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opensta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Slack ok</a:t>
            </a:r>
          </a:p>
        </p:txBody>
      </p:sp>
      <p:pic>
        <p:nvPicPr>
          <p:cNvPr id="3" name="Picture 2" descr="04-s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Slack 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opensta 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Engine 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Engine 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opensta engine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opensta-engine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Run the stage buttons and Check the goldens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opensta engine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common/, run solvers.py and confirm OPENSTA_MAP_OK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opensta engine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Mixing algorithm STA from learn_sta with OpenSTA command names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the clock period when reading slack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opensta engine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OpenSTA map self-test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opensta engine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courses/learn_opensta/common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opensta engine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opensta engine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opensta_engine ok=True.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goldens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opensta engine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the OpenSTA Part A map, then the real CLI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opensta 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