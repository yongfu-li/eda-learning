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slack and 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slack=8; path b→n1→n2→y.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equals required minus arrival.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period 10 and arrival 2, slack is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Backtrace picks b→n1→n2→y.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Equal arrivals from a and b; name tie-break chooses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slack=8 path b→n1→n2→y.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**slack-algo**. Run Graph / Levelize / Propagate / Slack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tiny_algo_sta without updating Part B liberty delays.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wrap — internals literacy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Compute slack and the critical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slack=8; path b→n1→n2→y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Value 8</a:t>
            </a:r>
          </a:p>
        </p:txBody>
      </p:sp>
      <p:pic>
        <p:nvPicPr>
          <p:cNvPr id="3" name="Picture 2" descr="02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Value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Critical path</a:t>
            </a:r>
          </a:p>
        </p:txBody>
      </p:sp>
      <p:pic>
        <p:nvPicPr>
          <p:cNvPr id="3" name="Picture 2" descr="03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Tie-break</a:t>
            </a:r>
          </a:p>
        </p:txBody>
      </p:sp>
      <p:pic>
        <p:nvPicPr>
          <p:cNvPr id="3" name="Picture 2" descr="04-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Tie-break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slack-algo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Graph / Levelize / Propagate / Slack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tiny_algo_sta without updating Part B liberty delays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slack=8; path b→n1→n2→y.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wrap , internals literacy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slack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