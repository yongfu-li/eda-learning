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netlist cells to the OpenSTA timing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3 cells u1/u2/u3; graph nodes = cells + pins.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 netlist has AND2, BUF, and INV.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pins a, b, y plus internal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cell carries a delay that becomes a timing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OpenSTA builds a graph from cells and pins.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cell_count=3.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**timing-graph-map**.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OPENSTA_MAP_OK.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algorithm STA from learn_sta with OpenSTA command names. Forgetting the clock period when reading slack.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OpenSTA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OpenSTA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Timing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Map netlist cells to the OpenSTA timing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3 cells u1/u2/u3; graph nodes = cells + pins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Three cells</a:t>
            </a:r>
          </a:p>
        </p:txBody>
      </p:sp>
      <p:pic>
        <p:nvPicPr>
          <p:cNvPr id="3" name="Picture 2" descr="01-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Three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Pins</a:t>
            </a:r>
          </a:p>
        </p:txBody>
      </p:sp>
      <p:pic>
        <p:nvPicPr>
          <p:cNvPr id="3" name="Picture 2" descr="02-p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Delay arcs</a:t>
            </a:r>
          </a:p>
        </p:txBody>
      </p:sp>
      <p:pic>
        <p:nvPicPr>
          <p:cNvPr id="3" name="Picture 2" descr="03-ar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Delay arcs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Timing graph</a:t>
            </a:r>
          </a:p>
        </p:txBody>
      </p:sp>
      <p:pic>
        <p:nvPicPr>
          <p:cNvPr id="3" name="Picture 2" descr="04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Timing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timing-graph-map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OPENSTA_MAP_OK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algorithm STA from learn_sta with OpenSTA command names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the clock period when reading 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OpenSTA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3 cells u1/u2/u3; graph nodes = cells + pins.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OpenSTA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timing graph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