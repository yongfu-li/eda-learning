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create_clock period 10 and I/O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clock clk period=10.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create_clock -name clk -period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set_input_delay 0 on all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set_output_delay 0 on all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 network delay is ideal in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clock clk period=10.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**real-sdc**. Build the Tcl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REAL_OPENSTA_OK.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sta. Confusing Part A map JSON with real liberty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OpenSTA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wrap — algorithms and internals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Apply create_clock period 10 and I/O delays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clock clk period=10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create_clock</a:t>
            </a:r>
          </a:p>
        </p:txBody>
      </p:sp>
      <p:pic>
        <p:nvPicPr>
          <p:cNvPr id="3" name="Picture 2" descr="01-c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create_clock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Input delay</a:t>
            </a:r>
          </a:p>
        </p:txBody>
      </p:sp>
      <p:pic>
        <p:nvPicPr>
          <p:cNvPr id="3" name="Picture 2" descr="02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Input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Output delay</a:t>
            </a:r>
          </a:p>
        </p:txBody>
      </p:sp>
      <p:pic>
        <p:nvPicPr>
          <p:cNvPr id="3" name="Picture 2" descr="03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Output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Ideal network</a:t>
            </a:r>
          </a:p>
        </p:txBody>
      </p:sp>
      <p:pic>
        <p:nvPicPr>
          <p:cNvPr id="3" name="Picture 2" descr="04-i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Ideal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real-sdc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Tcl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REAL_OPENSTA_OK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real liberty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OpenSTA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clock clk period=10.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wrap , algorithms and internals come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real sdc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