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C algorithms match moves. Now map those moves onto the real C++ and Tcl report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tag endpoints, walk back the worst path, emit pins, format report_checks — slack 8 like Part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tags which pins are report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worst slack endpoint, walk previous arcs.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 the ordered pin list for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report_checks formats delay 2 and slack 8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tag → walk → emit → report; slack 8 path b→y.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**read-find-path**. Step the FindPath pipeline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read_find_path(); assert stage order and Part B slack 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FindPath to replace Liberty. Ignoring the Part B delay and slack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call read_find_path and print the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FindPath teaching flow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contribute a minimal Tcl command of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read FindPath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Part C algorithms match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tag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Tag endpoints</a:t>
            </a:r>
          </a:p>
        </p:txBody>
      </p:sp>
      <p:pic>
        <p:nvPicPr>
          <p:cNvPr id="3" name="Picture 2" descr="01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Tag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Walk back</a:t>
            </a:r>
          </a:p>
        </p:txBody>
      </p:sp>
      <p:pic>
        <p:nvPicPr>
          <p:cNvPr id="3" name="Picture 2" descr="02-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Walk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 path</a:t>
            </a:r>
          </a:p>
        </p:txBody>
      </p:sp>
      <p:pic>
        <p:nvPicPr>
          <p:cNvPr id="3" name="Picture 2" descr="03-e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report_checks</a:t>
            </a:r>
          </a:p>
        </p:txBody>
      </p:sp>
      <p:pic>
        <p:nvPicPr>
          <p:cNvPr id="3" name="Picture 2" descr="0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report_checks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read-find-path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the FindPath pipeline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read_find_path(); assert stage order and Part B slack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FindPath to replace Liberty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Part B delay and slack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call read_find_path and print the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internals_solvers import read_find_path;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print(read_find_path())"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FindPath teaching flow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tag_endpoints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walk_back from worst slack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emit_path → [b, n1, n2, y]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report_checks → delay 2, slack 8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contribute a minimal Tcl command of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read find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