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 is not enough. A contributor knows where a command lives and how it enters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add app/HelloCmd.cc, register the Tcl command, hook CMake, rebuild, sta -help hello_cmd.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network/graph/sdc/search hold the engine; app/ holds Tcl cmds.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Minimal .cc: Cmd subclass and command name hello_cmd.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the object to CMakeLists and rebuild OpenSTA.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 -help hello_cmd proves the command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path + tcl_cmd + cmake + rebuild + help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**contribute-opensta**. Assemble the contribute checklist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contribute_opensta(); assert checklist length and smoke cmd.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only docs. Forgetting the CMake entry. Skipping help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call contribute_opensta and print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contribute checklist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OpenSTA path — you can use OpenSTA and open the C++ tree with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contribute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Reading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Add app/HelloCmd.cc, register the Tcl command, hook CMake, rebuild, sta -help hello_cmd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Tree layout</a:t>
            </a:r>
          </a:p>
        </p:txBody>
      </p:sp>
      <p:pic>
        <p:nvPicPr>
          <p:cNvPr id="3" name="Picture 2" descr="01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Tree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Stub file</a:t>
            </a:r>
          </a:p>
        </p:txBody>
      </p:sp>
      <p:pic>
        <p:nvPicPr>
          <p:cNvPr id="3" name="Picture 2" descr="02-st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Stub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CMake hook</a:t>
            </a:r>
          </a:p>
        </p:txBody>
      </p:sp>
      <p:pic>
        <p:nvPicPr>
          <p:cNvPr id="3" name="Picture 2" descr="03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CMake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Smoke</a:t>
            </a:r>
          </a:p>
        </p:txBody>
      </p:sp>
      <p:pic>
        <p:nvPicPr>
          <p:cNvPr id="3" name="Picture 2" descr="04-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Smoke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contribute-opensta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Assemble the contribute checklist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contribute_opensta(); assert checklist length and smoke cmd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only docs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CMake entry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help smoke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call contribute_opensta and print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python3 -c "from internals_solvers import contribute_opensta;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print(contribute_opensta())"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contribute checklist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path ← app/HelloCmd.cc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register Tcl cmd hello_cmd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add to CMake; rebuild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smoke ← sta -help hello_cmd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Wrap the OpenSTA path , you can use OpenSTA and open the C++ tree with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contribute opensta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