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Invoke sta -exit script.tcl; recipe starts read_liberty→read_verilog→link_design.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First three cmds: read_liberty, read_verilog, link_design.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 runs Tcl with sta -no_splash -exit script.tcl.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load the liberty timing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read the gate-level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link_design binds cell instances to liberty.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recipe prefix liberty→verilog→link.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**opensta-cli**.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Invoke sta -exit script.tcl; recipe starts read_liberty→read_verilog→link_design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First three cmds: read_liberty, read_verilog, link_design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 -exit</a:t>
            </a:r>
          </a:p>
        </p:txBody>
      </p:sp>
      <p:pic>
        <p:nvPicPr>
          <p:cNvPr id="3" name="Picture 2" descr="01-inv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 -exit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read_liberty</a:t>
            </a:r>
          </a:p>
        </p:txBody>
      </p:sp>
      <p:pic>
        <p:nvPicPr>
          <p:cNvPr id="3" name="Picture 2" descr="02-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read_liberty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read_verilog</a:t>
            </a:r>
          </a:p>
        </p:txBody>
      </p:sp>
      <p:pic>
        <p:nvPicPr>
          <p:cNvPr id="3" name="Picture 2" descr="03-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read_verilog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link_design</a:t>
            </a:r>
          </a:p>
        </p:txBody>
      </p:sp>
      <p:pic>
        <p:nvPicPr>
          <p:cNvPr id="3" name="Picture 2" descr="04-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link_design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opensta-cli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First three cmds: read_liberty, read_verilog, link_design.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opensta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