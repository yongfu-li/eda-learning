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Compute slack = required − arrival on the critical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slack = 10 − 2 =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only data path is a/b → u1 → u2 → u3 → 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 of cell delays is 2.0.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Slack equals required minus arrival.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 period 10 and arrival 2, slack is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slack=8 at period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**slack-critical**. Run the stage buttons and Check the goldens.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common/, run solvers.py and confirm OPENSTA_MAP_OK.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Mixing algorithm STA from learn_sta with OpenSTA command names. Forgetting the clock period when reading slack.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run the OpenSTA map self-test.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check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the OpenSTA Part A map, then the real CLI track.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Slack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Compute slack = required − arrival on the critical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slack critical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slack = 10 − 2 =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slack critical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Critical path</a:t>
            </a:r>
          </a:p>
        </p:txBody>
      </p:sp>
      <p:pic>
        <p:nvPicPr>
          <p:cNvPr id="3" name="Picture 2" descr="01-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Critical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slack critical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Path delay</a:t>
            </a:r>
          </a:p>
        </p:txBody>
      </p:sp>
      <p:pic>
        <p:nvPicPr>
          <p:cNvPr id="3" name="Picture 2" descr="02-de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Path delay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slack critical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Slack formula</a:t>
            </a:r>
          </a:p>
        </p:txBody>
      </p:sp>
      <p:pic>
        <p:nvPicPr>
          <p:cNvPr id="3" name="Picture 2" descr="03-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Slack formula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slack critical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Slack value</a:t>
            </a:r>
          </a:p>
        </p:txBody>
      </p:sp>
      <p:pic>
        <p:nvPicPr>
          <p:cNvPr id="3" name="Picture 2" descr="04-va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Slack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slack critical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slack critical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slack-critical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Run the stage buttons and Check the goldens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slack critical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common/, run solvers.py and confirm OPENSTA_MAP_OK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slack critical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Mixing algorithm STA from learn_sta with OpenSTA command names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Forgetting the clock period when reading slack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slack critical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folder, run the OpenSTA map self-test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slack critical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courses/learn_opensta/common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solvers.py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slack critical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check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slack critical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slack = 10 − 2 = 8.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ok if goldens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slack critical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the OpenSTA Part A map, then the real CLI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slack critical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