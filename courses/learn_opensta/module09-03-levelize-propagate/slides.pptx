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Levelize the graph and propagate arrivals/required.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levels a/b=0…y=3; A(y)=2 R(y)=10.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Inputs at level 0; each arc raises sink level by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n1 is level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Forward max arrival reaches y at 2.0.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Required at y equals period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A(y)=2 R(y)=10.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**levelize-propagate**. Run Graph / Levelize / Propagate / Slack / Bind, then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algo_solvers.py and partc_bind.py.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Changing tiny_algo_sta without updating Part B liberty delays. Ignoring the bind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Part C self-tests.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Part C, then wrap — internals literacy is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algorithms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Levelize the graph and propagate arrivals/required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levelize propagate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levels a/b=0…y=3; A(y)=2 R(y)=10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levelize propagate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Levelize</a:t>
            </a:r>
          </a:p>
        </p:txBody>
      </p:sp>
      <p:pic>
        <p:nvPicPr>
          <p:cNvPr id="3" name="Picture 2" descr="01-le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Levelize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levelize propagate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Level n1</a:t>
            </a:r>
          </a:p>
        </p:txBody>
      </p:sp>
      <p:pic>
        <p:nvPicPr>
          <p:cNvPr id="3" name="Picture 2" descr="02-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Level n1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levelize propagate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Arrival y</a:t>
            </a:r>
          </a:p>
        </p:txBody>
      </p:sp>
      <p:pic>
        <p:nvPicPr>
          <p:cNvPr id="3" name="Picture 2" descr="03-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Arrival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levelize propagate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Required y</a:t>
            </a:r>
          </a:p>
        </p:txBody>
      </p:sp>
      <p:pic>
        <p:nvPicPr>
          <p:cNvPr id="3" name="Picture 2" descr="04-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Required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levelize propagate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levelize propagate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levelize-propagate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Graph / Levelize / Propagate / Slack / Bind, then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levelize propagate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algo_solvers.py and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levelize propagate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tiny_algo_sta without updating Part B liberty delays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the bind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levelize propagate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Part C self-tests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levelize propagate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courses/learn_opensta/common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algo_solvers.py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levelize propagate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levelize propagate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levels a/b=0…y=3; A(y)=2 R(y)=10.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 and bind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levelize propagate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Part C, then wrap , internals literacy is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03 levelize propagate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