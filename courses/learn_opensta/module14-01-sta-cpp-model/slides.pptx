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Browser IR and JSON are maps. Real OpenSTA stores the same ideas as C++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Network, Graph, Sdc, Search — Search drives arrivals and path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Network holds pins, nets, and instances.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Graph is the timing vertex/edge view of the netlist.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Sdc stores clocks and timing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Search propagates arrivals and finds paths for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four pillars — Network, Graph, Sdc,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**sta-cpp-model**. Click through the four pillars and check the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sta_cpp_model() in internals_solvers; assert pillar count and nesting.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Treating JSON keys as the C++ API. Confusing Graph with physical Magick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internals solvers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OpenSTA nesting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read the FindPath to report_checks shape in the OpenSTA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STA C++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Browser IR and JSON are 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sta cpp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Network, Graph, Sdc, Search , Search drives arrivals and path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sta cpp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Network</a:t>
            </a:r>
          </a:p>
        </p:txBody>
      </p:sp>
      <p:pic>
        <p:nvPicPr>
          <p:cNvPr id="3" name="Picture 2" descr="01-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sta cpp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Graph</a:t>
            </a:r>
          </a:p>
        </p:txBody>
      </p:sp>
      <p:pic>
        <p:nvPicPr>
          <p:cNvPr id="3" name="Picture 2" descr="02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sta cpp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Sdc</a:t>
            </a:r>
          </a:p>
        </p:txBody>
      </p:sp>
      <p:pic>
        <p:nvPicPr>
          <p:cNvPr id="3" name="Picture 2" descr="03-s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Sdc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sta cpp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Search</a:t>
            </a:r>
          </a:p>
        </p:txBody>
      </p:sp>
      <p:pic>
        <p:nvPicPr>
          <p:cNvPr id="3" name="Picture 2" descr="04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sta cpp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sta cpp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sta-cpp-model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Click through the four pillars and check the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sta cpp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sta_cpp_model() in internals_solvers; assert pillar count and nesting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sta cpp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Treating JSON keys as the C++ API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Graph with physical Magick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sta cpp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internals solvers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sta cpp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courses/learn_opensta/common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internals_solvers.py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sta cpp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OpenSTA nesting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sta cpp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Network → pins/nets/instances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Graph → vertices/edges from Network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Sdc → clocks/constraints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Search → arrivals + FindPath for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sta cpp 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read the FindPath to report_checks shape in the OpenSTA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sta cpp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