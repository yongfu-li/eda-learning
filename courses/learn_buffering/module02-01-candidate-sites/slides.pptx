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Van Ginneken and slew-driven flows only insert where candidates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each edge; every candidate_step units place a site excluding endpoints. Gray dots mark legal insert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candidate_step = 2 on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candidates paints gray dots on e0–e2.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Longer edges yield more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Driver and sink pins are not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Sites feed Van Ginneken options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**candidate-sites**. Click Show candidates. Count gray dots on e0.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`candidate_sites(data)`. Assert length &gt; 0 for tiny_buf.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Placing sites past the far endpoint. Using step zero. Forgetting diagonal HV walk.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the buffer library cells you can instantiate.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Candidates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Van Ginneken and slew-driven flows only insert where candidates exist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candidate sites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Walk each edge; every candidate_step units place a site excluding endpoints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Gray dots mark legal insert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candidate sites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Step size</a:t>
            </a:r>
          </a:p>
        </p:txBody>
      </p:sp>
      <p:pic>
        <p:nvPicPr>
          <p:cNvPr id="3" name="Picture 2" descr="01-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Step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candidate sites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Show sites</a:t>
            </a:r>
          </a:p>
        </p:txBody>
      </p:sp>
      <p:pic>
        <p:nvPicPr>
          <p:cNvPr id="3" name="Picture 2" descr="02-sh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Show 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candidate sites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</a:t>
            </a:r>
          </a:p>
        </p:txBody>
      </p:sp>
      <p:pic>
        <p:nvPicPr>
          <p:cNvPr id="3" name="Picture 2" descr="03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candidate sites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Exclude ends</a:t>
            </a:r>
          </a:p>
        </p:txBody>
      </p:sp>
      <p:pic>
        <p:nvPicPr>
          <p:cNvPr id="3" name="Picture 2" descr="04-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Exclude 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candidate sites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Ready for DP</a:t>
            </a:r>
          </a:p>
        </p:txBody>
      </p:sp>
      <p:pic>
        <p:nvPicPr>
          <p:cNvPr id="3" name="Picture 2" descr="05-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Ready for 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candidate sites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candidate sites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`candidate_sites(data)`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length &gt; 0 for tiny_buf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candidate sites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Placing sites past the far endpoint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step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diagonal HV 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candidate sites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the buffer library cells you can instantiate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01 candidate sites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