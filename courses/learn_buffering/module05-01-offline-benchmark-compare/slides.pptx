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the browser, Track A still prints VG vs wire vs slew insert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tiny_buf.json, run sequential_buffer for van_ginneken and slew modes, print delays and insertion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wire-only, Van Ginneken, and slew-driven delays offline on tiny_buf.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Skipping goldens. Mixing browser and offline without matching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Hook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Without the browser, Track A still prints VG vs wire vs slew insert 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offline benchmark compare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tiny_buf.json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offline benchmark compare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you will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Compare wire-only, Van Ginneken, and slew-driven delays offline on tiny_buf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offline benchmark compare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goldens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browser and offline without matching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offline benchmark compare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offline benchmark compare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offline benchmark compare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