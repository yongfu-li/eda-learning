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Slew (transition) is what library cells require; long RC violates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estimate_slew equals k times R times C_total with k about 2.2. slew_ok is true when slew is at most the limit—eight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transition ≈ 2.2 · R · C_total on the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GOLDENS.slewLimit = 8 on tiny_buf.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 e0 with branch load can approach or exceed the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slew_ok gates whether slew-driven insertion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Failing edges get buffer candidates in later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**slew-budget**. Read edge slews vs limit eight. Stretch a sink to worsen e1 slew.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`estimate_slew` and `slew_ok` in solvers. Assert limit from tiny_buf.json.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delay as slew. Ignoring C_load. Hard-coding pass without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place candidate buffer sites along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Slew budget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Slew (transition) is what library cells require; long RC violates the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Estimate_slew equals k times R times C_total with k about 2.2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Slew_ok is true when slew is at most the limit, eight on the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Slew definition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Slew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Limit eight</a:t>
            </a:r>
          </a:p>
        </p:txBody>
      </p:sp>
      <p:pic>
        <p:nvPicPr>
          <p:cNvPr id="3" name="Picture 2" descr="02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Limit 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Hot edge</a:t>
            </a:r>
          </a:p>
        </p:txBody>
      </p:sp>
      <p:pic>
        <p:nvPicPr>
          <p:cNvPr id="3" name="Picture 2" descr="03-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Hot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Pass/fail</a:t>
            </a:r>
          </a:p>
        </p:txBody>
      </p:sp>
      <p:pic>
        <p:nvPicPr>
          <p:cNvPr id="3" name="Picture 2" descr="04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Pass/fail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Toward insert</a:t>
            </a:r>
          </a:p>
        </p:txBody>
      </p:sp>
      <p:pic>
        <p:nvPicPr>
          <p:cNvPr id="3" name="Picture 2" descr="05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Toward 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`estimate_slew` and `slew_ok` in solvers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limit from tiny_buf.json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delay as slew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C_load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Hard-coding pass without measuring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place candidate buffer sites along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slew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