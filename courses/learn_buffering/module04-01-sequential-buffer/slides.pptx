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flows chain heuristics; this lab is the toy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sequential_buffer builds sites, runs Van Ginneken, optionally adds fanout buffers, and reports primary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Sites → VG/slew → fanout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pass paints buffers and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VG delay vs wire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Alternate primary mode is slew-driven.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deepen timing/signoff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**sequential-buffer**. Click Sequential pass. Confirm buffers and improved VG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`sequential_buffer(data)`. Assert sites and van_ginneken keys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prune. Mixing modes without clearing buffers. Ignoring fanout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Sequential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flows chain heuristics; this lab is the toy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Sequential_buffer builds sites, runs Van Ginneken, optionally adds fanout buffers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</a:t>
            </a:r>
          </a:p>
        </p:txBody>
      </p:sp>
      <p:pic>
        <p:nvPicPr>
          <p:cNvPr id="3" name="Picture 2" descr="01-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Run pass</a:t>
            </a:r>
          </a:p>
        </p:txBody>
      </p:sp>
      <p:pic>
        <p:nvPicPr>
          <p:cNvPr id="3" name="Picture 2" descr="02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Run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Metrics</a:t>
            </a:r>
          </a:p>
        </p:txBody>
      </p:sp>
      <p:pic>
        <p:nvPicPr>
          <p:cNvPr id="3" name="Picture 2" descr="03-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Mode slew</a:t>
            </a:r>
          </a:p>
        </p:txBody>
      </p:sp>
      <p:pic>
        <p:nvPicPr>
          <p:cNvPr id="3" name="Picture 2" descr="04-sl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Mode slew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Handoff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`sequential_buffer(data)`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sites and van_ginneken keys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prune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modes without clearing buffers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fanout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sequential buffer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