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DP is heavy, a slew check plus mid-edge buffer is a fast practical heuristic.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edge compute slew; if above limit, insert BUF_X1 at the midpoint. Lowering the limit forces more insertions.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estimate_slew to slew_limit.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 1 forces inserts on the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Insertion sits at edge midpoint.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Challenges score insertion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Slew-driven is local; VG optimizes delay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**slew-driven**. Click Slew-driven. With default limit, note count; mentally compare to Van Ginneken.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`slew_driven_insert` with slew_limit=1; assert count ≥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Inserting without measuring slew. Stacking infinite buffers. Ignoring branch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polarity and inverters.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Slew-driven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When DP is heavy, a slew check plus mid-edge buffer is a fast practical heuristic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07 slew driven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each edge compute slew; if above limit, insert BUF_X1 at the midpoint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Lowering the limit forces more insertions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07 slew driven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Check slew</a:t>
            </a:r>
          </a:p>
        </p:txBody>
      </p:sp>
      <p:pic>
        <p:nvPicPr>
          <p:cNvPr id="3" name="Picture 2" descr="01-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Check slew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07 slew driven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Tight limit</a:t>
            </a:r>
          </a:p>
        </p:txBody>
      </p:sp>
      <p:pic>
        <p:nvPicPr>
          <p:cNvPr id="3" name="Picture 2" descr="02-t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Tight 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07 slew driven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Mid buffer</a:t>
            </a:r>
          </a:p>
        </p:txBody>
      </p:sp>
      <p:pic>
        <p:nvPicPr>
          <p:cNvPr id="3" name="Picture 2" descr="03-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Mid buffer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07 slew driven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Count</a:t>
            </a:r>
          </a:p>
        </p:txBody>
      </p:sp>
      <p:pic>
        <p:nvPicPr>
          <p:cNvPr id="3" name="Picture 2" descr="04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07 slew driven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vs VG</a:t>
            </a:r>
          </a:p>
        </p:txBody>
      </p:sp>
      <p:pic>
        <p:nvPicPr>
          <p:cNvPr id="3" name="Picture 2" descr="05-v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vs VG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07 slew driven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07 slew driven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`slew_driven_insert` with slew_limit=1; assert count ≥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07 slew driven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Inserting without measuring slew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Stacking infinite buffers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branch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07 slew driven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polarity and inverters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07 slew driven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