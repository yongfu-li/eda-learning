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Clock trees and signal nets grow long wires. Buffers break RC, restore slew, and trade area for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teaches wire R/C, slew budgets, candidate sites, Van Ginneken-style options, slew-driven insert, polarity, and fanout trees on a tiny D→S0→{S1,S2}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buffering restores slew and cuts delay on long nets after CTS or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goldens. Mixing browser and offline without matching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Clock trees and signal nets grow long wires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Fanout trees on a tiny D→S0→{S1,S2}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why buffering restores slew and cuts delay on long nets after CTS or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browser and offline without matching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