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inserted buffers with both DP options and slew heuristics on the same toy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 RC, slew budgets, candidates, library, Van Ginneken, slew-driven, polarity, fanout, sequential pass. Natural next: learn_signoff literacy or deepen 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RC, slew, candidates, VG, slew-driven, polarity, fanout; choose next PD/signoff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 Mixing browser and offline without matching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inserted buffers with both DP options and slew heuristics on the same toy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Wire RC, slew budgets, candidates, library, Van Ginneken, slew-driven, polarity, fanout,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learn_signoff literacy or deepen 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RC, slew, candidates, VG, slew-driven, polarity, fanout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browser and offline without matching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