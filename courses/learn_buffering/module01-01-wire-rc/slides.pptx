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buffering decision starts from how much resistance and capacitance a wire segment carries.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wire_rc of length L returns R equals L times r_per and C equals L times c_per. Elmore delay uses R times C_self over two plus C_load.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Driver D feeds S0; S0 fans to S1 and S2 on the 12×8 chip.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D→S0 is four units Manhattan on the starter.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With unit parasitics, length four yields R=4 and C=4.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Delay ≈ R·(C/2 + Cload) on a lumped segment.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Longer edges dominate slew and delay — candidates appear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**wire-rc**. Inspect edges e0–e2. Confirm length-four e0 maps to R=4, C=4 with unit parasitics.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`wire_rc(length)` and `elmore_delay` in `common/`. Match GOLDENS.wireRcLen4R.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Using Euclidean length. Forgetting C_load in Elmore. Mixing per-unit R with total 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slew budgets on those RC segments.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Wire RC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Every buffering decision starts from how much resistance and capacitance a wire segment carries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01 wire rc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Wire_rc of length L returns R equals L times r_per and C equals L times c_per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Elmore delay uses R times C_self over two plus C_load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01 wire rc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Net topology</a:t>
            </a:r>
          </a:p>
        </p:txBody>
      </p:sp>
      <p:pic>
        <p:nvPicPr>
          <p:cNvPr id="3" name="Picture 2" descr="01-n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Net topology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01 wire rc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Edge e0 length</a:t>
            </a:r>
          </a:p>
        </p:txBody>
      </p:sp>
      <p:pic>
        <p:nvPicPr>
          <p:cNvPr id="3" name="Picture 2" descr="02-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Edge e0 length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01 wire rc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 and C</a:t>
            </a:r>
          </a:p>
        </p:txBody>
      </p:sp>
      <p:pic>
        <p:nvPicPr>
          <p:cNvPr id="3" name="Picture 2" descr="03-r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 and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01 wire rc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Elmore</a:t>
            </a:r>
          </a:p>
        </p:txBody>
      </p:sp>
      <p:pic>
        <p:nvPicPr>
          <p:cNvPr id="3" name="Picture 2" descr="04-elm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Elmore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01 wire rc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Why it matters</a:t>
            </a:r>
          </a:p>
        </p:txBody>
      </p:sp>
      <p:pic>
        <p:nvPicPr>
          <p:cNvPr id="3" name="Picture 2" descr="05-w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01 wire rc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01 wire rc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`wire_rc(length)` and `elmore_delay` in `common/`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Match GOLDENS.wireRcLen4R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01 wire rc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Using Euclidean length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Forgetting C_load in Elmore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Mixing per-unit R with total 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01 wire rc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slew budgets on those RC segments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01 wire rc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