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driver cannot feed too many sinks without a buffer tree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sink count exceeds max_fanout (two on the toy), insert BUF_X2 at S0. Three sinks therefore force an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 net has three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max_fanout=2 → must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Junction buffer sits on S0.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Stronger cell for the fork.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pass can combine VG + fanout.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**fanout-tree**. Click Fanout buffer. Confirm a buffer appears at S0.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`fanout_buffer_tree(data, max_fanout=2)`. Assert inserted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Buffering at the driver only. Using max_fanout ≥ sink count. Forgetting S0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full sequential buffering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Fanout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One driver cannot feed too many sinks without a buffer tree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sink count exceeds max_fanout (two on the toy), insert BUF_X2 at S0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Three sinks therefore force an 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Fanout three</a:t>
            </a:r>
          </a:p>
        </p:txBody>
      </p:sp>
      <p:pic>
        <p:nvPicPr>
          <p:cNvPr id="3" name="Picture 2" descr="01-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Fanout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Max two</a:t>
            </a:r>
          </a:p>
        </p:txBody>
      </p:sp>
      <p:pic>
        <p:nvPicPr>
          <p:cNvPr id="3" name="Picture 2" descr="02-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Max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At S0</a:t>
            </a:r>
          </a:p>
        </p:txBody>
      </p:sp>
      <p:pic>
        <p:nvPicPr>
          <p:cNvPr id="3" name="Picture 2" descr="03-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At S0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BUF_X2</a:t>
            </a:r>
          </a:p>
        </p:txBody>
      </p:sp>
      <p:pic>
        <p:nvPicPr>
          <p:cNvPr id="3" name="Picture 2" descr="04-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BUF_X2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Compose</a:t>
            </a:r>
          </a:p>
        </p:txBody>
      </p:sp>
      <p:pic>
        <p:nvPicPr>
          <p:cNvPr id="3" name="Picture 2" descr="05-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`fanout_buffer_tree(data, max_fanout=2)`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inserted is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Buffering at the driver 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max_fanout ≥ sink count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S0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full sequential buffering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fanout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