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 Ginneken is the classic DP for buffer insertion on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each edge build wire-only and mid-buffer options as (c,d) pairs. dominate_prune keeps non-dominated fronts. Pick minimum delay. Sum along the toy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Wire-only plus one option per library buffer at mid.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Drop pairs with worse cap and worse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edge keeps its min-delay survivor.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total ≈ e0 best + max(e1,e2)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Buffered solution should beat or match wire-only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**van-ginneken**. Click Van Ginneken. Confirm improved delay vs wire and orange buffers where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`van_ginneken_net(data)`. Assert best_delay ≤ wire_delay.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Keeping dominated options. Double-counting branch loads. Forgetting wire-only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slew-driven greedy insertion.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Van Ginneken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Van Ginneken is the classic DP for buffer insertion on trees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 each edge build wire-only and mid-buffer options as (c,d) pairs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Dominate_prune keeps non-dominated fronts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Pick minimum delay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Sum along the toy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Options</a:t>
            </a:r>
          </a:p>
        </p:txBody>
      </p:sp>
      <p:pic>
        <p:nvPicPr>
          <p:cNvPr id="3" name="Picture 2" descr="01-op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Prune</a:t>
            </a:r>
          </a:p>
        </p:txBody>
      </p:sp>
      <p:pic>
        <p:nvPicPr>
          <p:cNvPr id="3" name="Picture 2" descr="02-pru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Prune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Best edge</a:t>
            </a:r>
          </a:p>
        </p:txBody>
      </p:sp>
      <p:pic>
        <p:nvPicPr>
          <p:cNvPr id="3" name="Picture 2" descr="03-b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Best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delay</a:t>
            </a:r>
          </a:p>
        </p:txBody>
      </p:sp>
      <p:pic>
        <p:nvPicPr>
          <p:cNvPr id="3" name="Picture 2" descr="04-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Improved</a:t>
            </a:r>
          </a:p>
        </p:txBody>
      </p:sp>
      <p:pic>
        <p:nvPicPr>
          <p:cNvPr id="3" name="Picture 2" descr="05-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Improved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`van_ginneken_net(data)`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best_delay ≤ wire_delay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Keeping dominated options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Double-counting branch loads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wire-only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slew-driven greedy insertion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learn_buffering — 05 van ginneken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