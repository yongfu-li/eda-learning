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Inverters are useful buffers but flip the signal; odd counts need a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INV_X1 flips polarity. polarity_fix reports flips and whether the path is still positive.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INV_X1 has invert=true in the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single INV yields negative polarity.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INVs restore positive sense.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BUF cells do not flip.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Useful-skew flows may allow phase; this toy tracks parity.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**polarity-invert**. Place an INV on a path mentally; Check polarity challenges.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`polarity_fix([INV],[BUF])`. Assert flips and positive flags.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Counting BUF as invert. Forgetting parity. Using INV in VG when allow_invert is 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fanout buffering at the junction.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Polarity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Inverters are useful buffers but flip the signal; odd counts need a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polarity invert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Each INV_X1 flips polarity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Polarity_fix reports flips and whether the path is still positive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polarity invert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Invert flag</a:t>
            </a:r>
          </a:p>
        </p:txBody>
      </p:sp>
      <p:pic>
        <p:nvPicPr>
          <p:cNvPr id="3" name="Picture 2" descr="01-fl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Invert flag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polarity invert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One flip</a:t>
            </a:r>
          </a:p>
        </p:txBody>
      </p:sp>
      <p:pic>
        <p:nvPicPr>
          <p:cNvPr id="3" name="Picture 2" descr="02-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One flip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polarity invert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Two flips</a:t>
            </a:r>
          </a:p>
        </p:txBody>
      </p:sp>
      <p:pic>
        <p:nvPicPr>
          <p:cNvPr id="3" name="Picture 2" descr="03-tw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Two flips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polarity invert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Mix with BUF</a:t>
            </a:r>
          </a:p>
        </p:txBody>
      </p:sp>
      <p:pic>
        <p:nvPicPr>
          <p:cNvPr id="3" name="Picture 2" descr="04-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Mix with BUF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polarity invert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Design rule</a:t>
            </a:r>
          </a:p>
        </p:txBody>
      </p:sp>
      <p:pic>
        <p:nvPicPr>
          <p:cNvPr id="3" name="Picture 2" descr="05-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Design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polarity invert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polarity invert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`polarity_fix([INV],[BUF])`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Assert flips and positive flags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polarity invert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Counting BUF as invert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parity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INV in VG when allow_invert is false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polarity invert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fanout buffering at the junction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polarity invert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