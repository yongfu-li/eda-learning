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Stronger buffers cost input cap but drive with lower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BUF_X1, BUF_X2, INV_X1 each publish cin, rout, delay, invert. Van Ginneken tries each non-inverting cell unless polarity mode allows INV.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Library has BUF_X1, BUF_X2, INV_X1.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BUF_X2: higher cin, lower rout, slightly less intrinsic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INV_X1 flips polarity — used in polarity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VG options reference library ids on buffered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flows also score area; this toy scores delay/slew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**buffer-library**. Confirm three cells. Run Van Ginneken and see which buf ids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`data['buffer_library']`. Assert GOLDENS.libCount ==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Ignoring invert flag. Treating rout as delay. Using cells not in the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Van Ginneken dynamic programming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Library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Stronger buffers cost input cap but drive with lower resistance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BUF_X1, BUF_X2, INV_X1 each publish cin, rout, delay, invert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Van Ginneken tries each non-inverting cell unless polarity mode allows INV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Three cells</a:t>
            </a:r>
          </a:p>
        </p:txBody>
      </p:sp>
      <p:pic>
        <p:nvPicPr>
          <p:cNvPr id="3" name="Picture 2" descr="01-th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Three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BUF_X2 stronger</a:t>
            </a:r>
          </a:p>
        </p:txBody>
      </p:sp>
      <p:pic>
        <p:nvPicPr>
          <p:cNvPr id="3" name="Picture 2" descr="02-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BUF_X2 stronger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Inverter</a:t>
            </a:r>
          </a:p>
        </p:txBody>
      </p:sp>
      <p:pic>
        <p:nvPicPr>
          <p:cNvPr id="3" name="Picture 2" descr="03-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Inverter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Pick for DP</a:t>
            </a:r>
          </a:p>
        </p:txBody>
      </p:sp>
      <p:pic>
        <p:nvPicPr>
          <p:cNvPr id="3" name="Picture 2" descr="04-p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Pick for 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Area trade</a:t>
            </a:r>
          </a:p>
        </p:txBody>
      </p:sp>
      <p:pic>
        <p:nvPicPr>
          <p:cNvPr id="3" name="Picture 2" descr="05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Area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`data['buffer_library']`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GOLDENS.libCount ==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invert flag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rout as delay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cells not in the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Van Ginneken dynamic programming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03 buffer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