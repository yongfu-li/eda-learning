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Physical verification starts by matching geometry patterns — edge pairs, regions, markers — before full DRC decks.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course uses tiny_patterns: M1 shapes A,B,D, M2 shape C, via V. Goldens: width on D, space A–B, enclosure fail V vs M2 → 3 markers.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Implement track uses common/ solvers; browser lab track uses platform tools.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Five shapes on M1, M2, and VIA; three engine markers on the golden.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Edges, edge-pair space, width region, scanline, markers, via, interactions, boolean, engine.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Next: edges and polygons.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Welcome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Physical verification starts by matching geometry patterns , edge pairs, regions, markers , before full DRC decks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learn_pattern_matching — 00 intro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This course uses tiny_patterns: M1 shapes A,B,D, M2 shape C, via V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Goldens: width on D, space A–B, enclosure fail V vs M2 → 3 markers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learn_pattern_matching — 00 intro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Two tracks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Implement track uses common/ solvers; browser lab track uses platform 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learn_pattern_matching — 00 intro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Toy layout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Five shapes on M1, M2, and VIA; three engine markers on the golden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learn_pattern_matching — 00 intro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Edge-pair space, width region, scanline, markers, via, interactions, boolean,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learn_pattern_matching — 00 intro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Begin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Next: edges and polygons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learn_pattern_matching — 00 intro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