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match engine chains single-layer and multi-layer patterns into one marker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match_engine_markers=3 (width 1 + space 1 + enclosure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→ space → via enclosure.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width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space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enclosure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count=3 on tiny_patterns.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**match-engine**. Run Match engine; confirm 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match_engine(); assert 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Stopping after width only. Double-counting boolean as DRC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match engine chains single-layer and multi-layer patterns into one marker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match_engine_markers=3 (width 1 + space 1 + enclosure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Pipeline</a:t>
            </a:r>
          </a:p>
        </p:txBody>
      </p:sp>
      <p:pic>
        <p:nvPicPr>
          <p:cNvPr id="3" name="Picture 2" descr="01-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Width</a:t>
            </a:r>
          </a:p>
        </p:txBody>
      </p:sp>
      <p:pic>
        <p:nvPicPr>
          <p:cNvPr id="3" name="Picture 2" descr="02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Space</a:t>
            </a:r>
          </a:p>
        </p:txBody>
      </p:sp>
      <p:pic>
        <p:nvPicPr>
          <p:cNvPr id="3" name="Picture 2" descr="03-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Encl</a:t>
            </a:r>
          </a:p>
        </p:txBody>
      </p:sp>
      <p:pic>
        <p:nvPicPr>
          <p:cNvPr id="3" name="Picture 2" descr="04-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Total</a:t>
            </a:r>
          </a:p>
        </p:txBody>
      </p:sp>
      <p:pic>
        <p:nvPicPr>
          <p:cNvPr id="3" name="Picture 2" descr="05-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match_engine(); assert 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after width 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boolean as DRC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match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