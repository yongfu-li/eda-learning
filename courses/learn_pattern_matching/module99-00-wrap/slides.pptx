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matched tiny_patterns: 3 engine markers (width, space, enclosure).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learn_drc or learn_multi_patterning / learn_rule_dsl.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single/multi-layer patterns; continue to learn_drc or learn_multi_patterning.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match-engine markers: width on D, space A B, enclosure via versus 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learn_drc or learn_multi_patterning / learn_rule_dsl.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explain single versus multi-layer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matched tiny_patterns: 3 engine markers (width, space, enclosure)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learn_drc or learn_multi_patterning / learn_rule_dsl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single/multi-layer patterns; continue to learn_drc or learn_multi_patterning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Three match-engine markers: width on D, space A B, enclosure via versus M2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learn_drc or learn_multi_patterning / learn_rule_dsl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explain single versus multi-layer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