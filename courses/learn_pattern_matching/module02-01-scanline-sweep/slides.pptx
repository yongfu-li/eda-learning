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matchers often sweep a scanline across edges instead of O(n²) pairs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has 3 shapes → 6 events (enter/leave each). Events sort by x then enter-before-leave.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 event at shape x0.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event at shape x1.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by x; enters before leaves at same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6 events on M1.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set between events drives pair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**scanline-sweep**. Run Scanline M1; confirm 6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scanline_events('M1'); assert len==6.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leave events. Sorting leaves before enters at same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marker emission.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Scanline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matchers often sweep a scanline across edges instead of O(n²) pairs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M1 has 3 shapes → 6 events (enter/leave each)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Events sort by x then enter-before-leave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Enter</a:t>
            </a:r>
          </a:p>
        </p:txBody>
      </p:sp>
      <p:pic>
        <p:nvPicPr>
          <p:cNvPr id="3" name="Picture 2" descr="01-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Leave</a:t>
            </a:r>
          </a:p>
        </p:txBody>
      </p:sp>
      <p:pic>
        <p:nvPicPr>
          <p:cNvPr id="3" name="Picture 2" descr="02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Sort</a:t>
            </a:r>
          </a:p>
        </p:txBody>
      </p:sp>
      <p:pic>
        <p:nvPicPr>
          <p:cNvPr id="3" name="Picture 2" descr="03-s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M1 count</a:t>
            </a:r>
          </a:p>
        </p:txBody>
      </p:sp>
      <p:pic>
        <p:nvPicPr>
          <p:cNvPr id="3" name="Picture 2" descr="04-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M1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Use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scanline_events('M1'); assert len==6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leave events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Sorting leaves before enters at same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marker emission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scanline sweep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