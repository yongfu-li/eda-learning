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Enclosure is a region pattern across layers: inner VIA must sit inside outer metal with margin.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 inside A on M1 with margins ≥1 → OK. V not inside C on M2 → enclosure marker. GOLDEN enclosure_markers=1.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 is 2×2 on VIA inside 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Enclosed by A with margin ≥1.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 does not contain 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enclosure marker (VIA vs M2).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multi_layer_via_check reports m1_ok / m2_ok.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**multi-layer-via**. Run Via check; confirm m1_ok and one M2 marker.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multi_layer_via_check(); assert m1_ok and enclosure_markers==1.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Requiring same-layer enclosure. Ignoring margin limit.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multi-layer interactions.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Via enclose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Enclosure is a region pattern across layers: inner VIA must sit inside outer metal with margin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multi layer via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V inside A on M1 with margins ≥1 → OK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V not inside C on M2 → enclosure marker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GOLDEN enclosure_markers=1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multi layer via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Via V</a:t>
            </a:r>
          </a:p>
        </p:txBody>
      </p:sp>
      <p:pic>
        <p:nvPicPr>
          <p:cNvPr id="3" name="Picture 2" descr="01-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Via 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multi layer via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M1 OK</a:t>
            </a:r>
          </a:p>
        </p:txBody>
      </p:sp>
      <p:pic>
        <p:nvPicPr>
          <p:cNvPr id="3" name="Picture 2" descr="02-m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M1 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multi layer via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M2 fail</a:t>
            </a:r>
          </a:p>
        </p:txBody>
      </p:sp>
      <p:pic>
        <p:nvPicPr>
          <p:cNvPr id="3" name="Picture 2" descr="03-m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M2 fail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multi layer via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Marker</a:t>
            </a:r>
          </a:p>
        </p:txBody>
      </p:sp>
      <p:pic>
        <p:nvPicPr>
          <p:cNvPr id="3" name="Picture 2" descr="04-m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Marker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multi layer via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API</a:t>
            </a:r>
          </a:p>
        </p:txBody>
      </p:sp>
      <p:pic>
        <p:nvPicPr>
          <p:cNvPr id="3" name="Picture 2" descr="05-a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57358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multi layer via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multi layer via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multi_layer_via_check(); assert m1_ok and enclosure_markers==1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multi layer via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Requiring same-layer enclosure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Ignoring margin limit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multi layer via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multi-layer interactions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learn_pattern_matching — 01 multi layer via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