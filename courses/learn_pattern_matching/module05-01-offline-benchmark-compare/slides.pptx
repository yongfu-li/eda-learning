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pattern_compare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JSON; print marker_count and width/space/enclosure splits.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pattern_compare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*; ..."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JSON; print marker_count and width/space/enclosure splits.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pattern_compare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JSON; print marker_count and width/space/enclosure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pattern_compare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*; ..."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JSON; print marker_count and width/space/enclosure splits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