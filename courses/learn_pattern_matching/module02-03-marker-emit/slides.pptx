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marker is a typed hit (width/space/…) pointing at shapes — DRC later maps markers to violations.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emit_markers combines width and space → at least 2 markers (D + A–B).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Markers carry type, layer, shapes, value,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Width marker on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Space marker on A,B.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emit_markers returns the combined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least 2 single-layer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**marker-emit**. Run Emit markers; confirm ≥2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emit_markers(); assert len &gt;=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Dropping value/limit fields. Mixing multi-layer into emit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multi-layer via enclosure.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Markers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marker is a typed hit (width/space/…) pointing at shapes , DRC later maps markers to violations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marker emit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Emit_markers combines width and space → at least 2 markers (D + A–B)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marker emit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Types</a:t>
            </a:r>
          </a:p>
        </p:txBody>
      </p:sp>
      <p:pic>
        <p:nvPicPr>
          <p:cNvPr id="3" name="Picture 2" descr="01-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marker emit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Width hit</a:t>
            </a:r>
          </a:p>
        </p:txBody>
      </p:sp>
      <p:pic>
        <p:nvPicPr>
          <p:cNvPr id="3" name="Picture 2" descr="02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Width hit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marker emit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Space hit</a:t>
            </a:r>
          </a:p>
        </p:txBody>
      </p:sp>
      <p:pic>
        <p:nvPicPr>
          <p:cNvPr id="3" name="Picture 2" descr="03-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Space hit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marker emit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List</a:t>
            </a:r>
          </a:p>
        </p:txBody>
      </p:sp>
      <p:pic>
        <p:nvPicPr>
          <p:cNvPr id="3" name="Picture 2" descr="04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marker emit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</a:t>
            </a:r>
          </a:p>
        </p:txBody>
      </p:sp>
      <p:pic>
        <p:nvPicPr>
          <p:cNvPr id="3" name="Picture 2" descr="05-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marker emit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marker emit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emit_markers(); assert len &gt;=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marker emit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Dropping value/limit fields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multi-layer into emit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marker emit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multi-layer via enclosure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marker emit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