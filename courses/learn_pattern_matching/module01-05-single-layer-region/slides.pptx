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Width patterns treat a polygon as a region and measure its smallest extent.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 is 1×6 on M1; min_width[M1]=3 → width marker. GOLDEN width_markers=1.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 width=1 height=6.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min_width[M1]=3.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thin = min(w,h) =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Emit width marker on 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A,B,C,V pass their layer min_width.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**single-layer-region**. Run Match width; confirm marker on 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match_width(); assert one marker on 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Using area instead of min(w,h). Applying M2 limits to M1.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scanline sweep.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Region width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Width patterns treat a polygon as a region and measure its smallest extent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05 single layer region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 is 1×6 on M1; min_width[M1]=3 → width marker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 width_markers=1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05 single layer region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Thin D</a:t>
            </a:r>
          </a:p>
        </p:txBody>
      </p:sp>
      <p:pic>
        <p:nvPicPr>
          <p:cNvPr id="3" name="Picture 2" descr="01-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Thin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05 single layer region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Min width</a:t>
            </a:r>
          </a:p>
        </p:txBody>
      </p:sp>
      <p:pic>
        <p:nvPicPr>
          <p:cNvPr id="3" name="Picture 2" descr="02-m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Min width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05 single layer region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Measure</a:t>
            </a:r>
          </a:p>
        </p:txBody>
      </p:sp>
      <p:pic>
        <p:nvPicPr>
          <p:cNvPr id="3" name="Picture 2" descr="03-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Measure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05 single layer region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Marker</a:t>
            </a:r>
          </a:p>
        </p:txBody>
      </p:sp>
      <p:pic>
        <p:nvPicPr>
          <p:cNvPr id="3" name="Picture 2" descr="04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Marker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05 single layer region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Others</a:t>
            </a:r>
          </a:p>
        </p:txBody>
      </p:sp>
      <p:pic>
        <p:nvPicPr>
          <p:cNvPr id="3" name="Picture 2" descr="05-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Others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05 single layer region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05 single layer region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match_width(); assert one marker on 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05 single layer region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Using area instead of min(w,h)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Applying M2 limits to M1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05 single layer region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scanline sweep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05 single layer region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