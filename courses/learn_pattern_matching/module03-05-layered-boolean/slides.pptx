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Boolean patterns combine coverage predicates across layers (AND / OR / AND-NOT).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covered by M1 and not by M2 → and_not hit. GOLDEN boolean_and_hits=1.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is covered (contained) by M1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is not covered by M2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and_not = M1 ∧ ¬M2 matches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= M1 ∧ M2 matches none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one and_not hit on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**layered-boolean**. Run Boolean and_not; confirm hit on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layered_boolean('and_not'); assert one hit on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overlap with containment. Swapping AND and AND-NOT.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full match engine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Boolean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Boolean patterns combine coverage predicates across layers (AND / OR / AND-NOT)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 covered by M1 and not by M2 → and_not hit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boolean_and_hits=1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Cover M1</a:t>
            </a:r>
          </a:p>
        </p:txBody>
      </p:sp>
      <p:pic>
        <p:nvPicPr>
          <p:cNvPr id="3" name="Picture 2" descr="01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Cover 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Cover M2</a:t>
            </a:r>
          </a:p>
        </p:txBody>
      </p:sp>
      <p:pic>
        <p:nvPicPr>
          <p:cNvPr id="3" name="Picture 2" descr="02-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Cover 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And-not</a:t>
            </a:r>
          </a:p>
        </p:txBody>
      </p:sp>
      <p:pic>
        <p:nvPicPr>
          <p:cNvPr id="3" name="Picture 2" descr="03-and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And-not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</a:t>
            </a:r>
          </a:p>
        </p:txBody>
      </p:sp>
      <p:pic>
        <p:nvPicPr>
          <p:cNvPr id="3" name="Picture 2" descr="04-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Hit</a:t>
            </a:r>
          </a:p>
        </p:txBody>
      </p:sp>
      <p:pic>
        <p:nvPicPr>
          <p:cNvPr id="3" name="Picture 2" descr="05-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layered_boolean('and_not'); assert one hit on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overlap with containment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Swapping AND and AND-NOT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full match engine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05 layered boolean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