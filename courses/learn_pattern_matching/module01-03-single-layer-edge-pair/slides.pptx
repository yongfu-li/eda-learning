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Spacing patterns compare facing edges of same-layer shapes with overlapping projections.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M1, A–B gap is 1 but min_space=2 → one space marker. GOLDEN space_markers=1.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left of B on M1 with y-projection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Gap A→B equals 1 (x 10→11).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min_space[M1]=2.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Emit space marker on shapes A,B.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one M1 space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**single-layer-edge-pair**. Run Match space; confirm one A–B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match_space(layer='M1'); assert len==1 and shapes {A,B}.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Matching without projection overlap. Checking different layers as one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single-layer region / enclosure.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Edge pair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Spacing patterns compare facing edges of same-layer shapes with overlapping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single layer edge pair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M1, A–B gap is 1 but min_space=2 → one space marker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 space_markers=1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single layer edge pair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Neighbors</a:t>
            </a:r>
          </a:p>
        </p:txBody>
      </p:sp>
      <p:pic>
        <p:nvPicPr>
          <p:cNvPr id="3" name="Picture 2" descr="01-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Neighbors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single layer edge pair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Gap</a:t>
            </a:r>
          </a:p>
        </p:txBody>
      </p:sp>
      <p:pic>
        <p:nvPicPr>
          <p:cNvPr id="3" name="Picture 2" descr="02-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single layer edge pair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Limit</a:t>
            </a:r>
          </a:p>
        </p:txBody>
      </p:sp>
      <p:pic>
        <p:nvPicPr>
          <p:cNvPr id="3" name="Picture 2" descr="03-li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single layer edge pair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Marker</a:t>
            </a:r>
          </a:p>
        </p:txBody>
      </p:sp>
      <p:pic>
        <p:nvPicPr>
          <p:cNvPr id="3" name="Picture 2" descr="04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single layer edge pair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Count</a:t>
            </a:r>
          </a:p>
        </p:txBody>
      </p:sp>
      <p:pic>
        <p:nvPicPr>
          <p:cNvPr id="3" name="Picture 2" descr="05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single layer edge pair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single layer edge pair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match_space(layer='M1'); assert len==1 and shapes {A,B}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single layer edge pair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Matching without projection overlap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Checking different layers as one pair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single layer edge pair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single-layer region / enclosure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03 single layer edge pair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