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Interaction patterns find shapes on different layers whose regions overlap — candidates for via/contact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overlaps A (VIA∩M1). GOLDEN: at least the (A,V)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different-layer pairs qualify.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Axis-aligned rectangle overlap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A–V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multi_layer_interactions returns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Interactions feed enclosure and boolean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**multi-layer-interaction**. Run Interactions; confirm A–V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multi_layer_interactions(); assert ('A','V')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Including same-layer overlaps. Using center distance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layered boolean.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Interactions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Interaction patterns find shapes on different layers whose regions overlap , candidates for via/contact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 overlaps A (VIA∩M1)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at least the (A,V)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Cross</a:t>
            </a:r>
          </a:p>
        </p:txBody>
      </p:sp>
      <p:pic>
        <p:nvPicPr>
          <p:cNvPr id="3" name="Picture 2" descr="01-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Overlap</a:t>
            </a:r>
          </a:p>
        </p:txBody>
      </p:sp>
      <p:pic>
        <p:nvPicPr>
          <p:cNvPr id="3" name="Picture 2" descr="02-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AV</a:t>
            </a:r>
          </a:p>
        </p:txBody>
      </p:sp>
      <p:pic>
        <p:nvPicPr>
          <p:cNvPr id="3" name="Picture 2" descr="03-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List</a:t>
            </a:r>
          </a:p>
        </p:txBody>
      </p:sp>
      <p:pic>
        <p:nvPicPr>
          <p:cNvPr id="3" name="Picture 2" descr="04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multi_layer_interactions(); assert ('A','V') in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Including same-layer overlaps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center distance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layered boolean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multi layer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