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Pattern engines begin with polygons and their edges on named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5 shapes, 3 layers, 20 edges (4 per shape), 3 shapes on M1.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rectangles: A,B,D on M1; C on M2; V on VIA.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Layers M1, M2, VIA — GOLDEN layer_count=3.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rect yields 4 edges → 20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is 8×4 on M1 at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geometry_stats reports counts and widths.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**edges-polygons**. Select shapes; confirm shape_count=5 and edge_count=20.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geometry_stats(); assert shape_count==5 and edge_count==20.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Counting only cells. Mixing chip size with shape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single-layer edge-pair spacing.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edges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Pattern engines begin with polygons and their edges on named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edges polygons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5 shapes, 3 layers, 20 edges (4 per shape), 3 shapes on M1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edges polygons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Shapes</a:t>
            </a:r>
          </a:p>
        </p:txBody>
      </p:sp>
      <p:pic>
        <p:nvPicPr>
          <p:cNvPr id="3" name="Picture 2" descr="01-sha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Shapes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edges polygons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Layers</a:t>
            </a:r>
          </a:p>
        </p:txBody>
      </p:sp>
      <p:pic>
        <p:nvPicPr>
          <p:cNvPr id="3" name="Picture 2" descr="02-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edges polygons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Edges</a:t>
            </a:r>
          </a:p>
        </p:txBody>
      </p:sp>
      <p:pic>
        <p:nvPicPr>
          <p:cNvPr id="3" name="Picture 2" descr="03-ed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Edges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edges polygons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Select A</a:t>
            </a:r>
          </a:p>
        </p:txBody>
      </p:sp>
      <p:pic>
        <p:nvPicPr>
          <p:cNvPr id="3" name="Picture 2" descr="04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Select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edges polygons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Stats</a:t>
            </a:r>
          </a:p>
        </p:txBody>
      </p:sp>
      <p:pic>
        <p:nvPicPr>
          <p:cNvPr id="3" name="Picture 2" descr="05-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edges polygons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edges polygons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geometry_stats(); assert shape_count==5 and edge_count==20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edges polygons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Counting only cells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Mixing chip size with shape 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edges polygons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single-layer edge-pair spacing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edges polygons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