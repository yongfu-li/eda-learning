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flop becomes a scan SDFF in this full-scan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scan_cell_count=4.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flop becomes a scan SDFF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f1: domain d0, clk=clk.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f2: Q→n2 feeds f3.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f3: last flop in 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scan_cell_count=4.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**scan-flops**. Inspect tiny_dft; confirm 4 SDFF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identify_scan_flops(); assert count==4.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only functional flops. Missing SE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scan enable 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scan flops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Every flop becomes a scan SDFF in this full-scan toy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scan flops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scan_cell_count=4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scan flops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SDFF cells</a:t>
            </a:r>
          </a:p>
        </p:txBody>
      </p:sp>
      <p:pic>
        <p:nvPicPr>
          <p:cNvPr id="3" name="Picture 2" descr="01-sd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SDFF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scan flops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Flop f1</a:t>
            </a:r>
          </a:p>
        </p:txBody>
      </p:sp>
      <p:pic>
        <p:nvPicPr>
          <p:cNvPr id="3" name="Picture 2" descr="02-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Flop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scan flops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Flop f2</a:t>
            </a:r>
          </a:p>
        </p:txBody>
      </p:sp>
      <p:pic>
        <p:nvPicPr>
          <p:cNvPr id="3" name="Picture 2" descr="03-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Flop f2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scan flops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Flop f3</a:t>
            </a:r>
          </a:p>
        </p:txBody>
      </p:sp>
      <p:pic>
        <p:nvPicPr>
          <p:cNvPr id="3" name="Picture 2" descr="04-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Flop f3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scan flops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scan flops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scan flops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identify_scan_flops(); assert count==4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scan flops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only functional flops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SE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scan flops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scan enable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01 scan flops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