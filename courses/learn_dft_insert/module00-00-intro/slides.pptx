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power you need DFT — scan cells, SE/SI/SO, stitch order, lockups,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tiny_dft: 4 SDFF cells, stitch_count=3, lockup f3→f4, 6 transform edges,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tiny_dft: 4 SDFF cells, stitch=3, lockup f3→f4, 6 edges, 1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 flops → SE/SI/SO → stitch → order → lockup → transform → markers → chain view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identify scan SDFF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power you need DFT , scan cells, SE/SI/SO, stitch order, lockups,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tiny_dft: 4 SDFF cells, stitch_count=3, lockup f3→f4, 6 transform edges, 1 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Tiny_dft: 4 SDFF cells, stitch=3, lockup f3→f4, 6 edges, 1 marker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Scan flops → SE/SI/SO → stitch → order → lockup → transform → markers → chain view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identify scan SDFF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