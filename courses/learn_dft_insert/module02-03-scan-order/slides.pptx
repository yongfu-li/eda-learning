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 order must include every flop exactly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order f1→f2→f3→f4; covers_all=true.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scan_order defines chain sequence left→right.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 starts at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f2 and f3 in domain 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 ends at f4 in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chain_length=4, covers_all=true.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**scan-order**. Confirm length=4 and covers all flops.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scan_order_check(); assert length==4 and covers_all.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Duplicate flop in order. Missing 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lockup latch.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order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Scan order must include every flop exactly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order f1→f2→f3→f4; covers_all=true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Order list</a:t>
            </a:r>
          </a:p>
        </p:txBody>
      </p:sp>
      <p:pic>
        <p:nvPicPr>
          <p:cNvPr id="3" name="Picture 2" descr="01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Order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First f1</a:t>
            </a:r>
          </a:p>
        </p:txBody>
      </p:sp>
      <p:pic>
        <p:nvPicPr>
          <p:cNvPr id="3" name="Picture 2" descr="02-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First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Middle f2 f3</a:t>
            </a:r>
          </a:p>
        </p:txBody>
      </p:sp>
      <p:pic>
        <p:nvPicPr>
          <p:cNvPr id="3" name="Picture 2" descr="03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Middle f2 f3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Tail f4</a:t>
            </a:r>
          </a:p>
        </p:txBody>
      </p:sp>
      <p:pic>
        <p:nvPicPr>
          <p:cNvPr id="3" name="Picture 2" descr="04-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Tail f4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scan_order_check(); assert length==4 and covers_all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Duplicate flop in order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lockup latch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