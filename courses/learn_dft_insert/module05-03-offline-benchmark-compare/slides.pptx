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A prints dft_compare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tiny_dft.json; print scan_cell_count, stitch_count, lockup_count, marker_count,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dft_compare metrics offline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python3 -c "from solvers import dft_compare; print(dft_compare())" in common/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tiny_dft.json; print scan_cell_count, stitch_count, lockup_count, marker_count,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to the wrap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Offline compare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Track A prints dft_compare without the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offline benchmark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tiny_dft.json; print scan_cell_count, stitch_count, lockup_count, marker_count,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offline benchmark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Why offline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dft_compare metrics offline without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offline benchmark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Python3 -c "from solvers import dft_compare; print(dft_compare())" in common/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offline benchmark compare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to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tiny_dft.json; print scan_cell_count, stitch_count, lockup_count, marker_count,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offline benchmark compare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to the wrap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offline benchmark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