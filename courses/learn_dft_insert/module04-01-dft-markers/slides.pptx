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DFT emits markers for required lockups on domain crossings.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kind=lockup on domain crossings.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Marker on f3→f4 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Union lockup hits for 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marker required for this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**dft-markers**. Run collect; confirm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collect_markers(); assert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stitches as markers. Missing domain cross.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scan chain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DFT emits markers for required lockups on domain crossings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marker_count=1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Lockup marker</a:t>
            </a:r>
          </a:p>
        </p:txBody>
      </p:sp>
      <p:pic>
        <p:nvPicPr>
          <p:cNvPr id="3" name="Picture 2" descr="01-k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Lockup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d0→d1 hit</a:t>
            </a:r>
          </a:p>
        </p:txBody>
      </p:sp>
      <p:pic>
        <p:nvPicPr>
          <p:cNvPr id="3" name="Picture 2" descr="02-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d0→d1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Collect</a:t>
            </a:r>
          </a:p>
        </p:txBody>
      </p:sp>
      <p:pic>
        <p:nvPicPr>
          <p:cNvPr id="3" name="Picture 2" descr="03-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</a:t>
            </a:r>
          </a:p>
        </p:txBody>
      </p:sp>
      <p:pic>
        <p:nvPicPr>
          <p:cNvPr id="3" name="Picture 2" descr="0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collect_markers(); assert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stitches as markers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domain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scan chain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