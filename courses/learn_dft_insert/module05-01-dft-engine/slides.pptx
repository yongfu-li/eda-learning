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engine chains scan cells, stitch, lockup, transform, and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scan cells=4, stitches=3, lockups=1, edges=6, markers=1,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flops, 2 domains, 3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SDFF cells identified.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stitch_count=3, chain_length=4.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lockup_count=1, edges=6.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**dft-engine**. Run engine; confirm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dft_engine(); assert ok and markers.count==1.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partial checks. Changing toy without updating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engine chains scan cells, stitch, lockup, transform, and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scan cells=4, stitches=3, lockups=1, edges=6, markers=1,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Stats snapshot</a:t>
            </a:r>
          </a:p>
        </p:txBody>
      </p:sp>
      <p:pic>
        <p:nvPicPr>
          <p:cNvPr id="3" name="Picture 2" descr="01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Stats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Scan cells</a:t>
            </a:r>
          </a:p>
        </p:txBody>
      </p:sp>
      <p:pic>
        <p:nvPicPr>
          <p:cNvPr id="3" name="Picture 2" descr="02-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Scan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Chain check</a:t>
            </a:r>
          </a:p>
        </p:txBody>
      </p:sp>
      <p:pic>
        <p:nvPicPr>
          <p:cNvPr id="3" name="Picture 2" descr="03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Chain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Lockup check</a:t>
            </a:r>
          </a:p>
        </p:txBody>
      </p:sp>
      <p:pic>
        <p:nvPicPr>
          <p:cNvPr id="3" name="Picture 2" descr="04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Lockup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 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dft_engine(); assert ok and markers.count==1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partial checks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toy without updating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dft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