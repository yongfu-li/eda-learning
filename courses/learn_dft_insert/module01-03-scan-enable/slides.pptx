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 enable muxes functional vs scan data; SI/SO bookend the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se=scan_enable, si=scan_in, so=scan_out.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scan_enable drives mux select on all SDFFs.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scan_in hooks first cell in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scan_out hooks last cell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si=scan_in, so=scan_out, se=scan_enable.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se=scan_enable, si=scan_in, so=scan_out.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**scan-enable**. Confirm the three port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scan_enable_port(); assert se/si/so match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SI with functional D. Wrong port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chain stitch.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scan enable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Scan enable muxes functional vs scan data; SI/SO bookend the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se=scan_enable, si=scan_in, so=scan_out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 port</a:t>
            </a:r>
          </a:p>
        </p:txBody>
      </p:sp>
      <p:pic>
        <p:nvPicPr>
          <p:cNvPr id="3" name="Picture 2" descr="01-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 port</a:t>
            </a:r>
          </a:p>
        </p:txBody>
      </p:sp>
      <p:pic>
        <p:nvPicPr>
          <p:cNvPr id="3" name="Picture 2" descr="02-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 port</a:t>
            </a:r>
          </a:p>
        </p:txBody>
      </p:sp>
      <p:pic>
        <p:nvPicPr>
          <p:cNvPr id="3" name="Picture 2" descr="03-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Port names</a:t>
            </a:r>
          </a:p>
        </p:txBody>
      </p:sp>
      <p:pic>
        <p:nvPicPr>
          <p:cNvPr id="3" name="Picture 2" descr="04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Port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scan_enable_port(); assert se/si/so match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SI with functional 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port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chain stitch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scan enable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