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Lockup latches bridge clock domains on scan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lockup_count=1 on f3→f4 (d0→d1).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lockup_between d0 and d1 requires lockup.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Consecutive flops f3 (d0) and f4 (d1).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 lockup_f3_f4 between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f4 uses clk2; f1–f3 use clk.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lockup_count=1 on f3→f4.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**lockup-latch**. Confirm one lockup between f3 and f4.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find_lockups(); assert count==1 and from f3 to f4.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Lockup on same domain. Missing clk2 crossing.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netlist transform.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lockup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Lockup latches bridge clock domains on scan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lockup latch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lockup_count=1 on f3→f4 (d0→d1)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lockup latch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Domain crossing</a:t>
            </a:r>
          </a:p>
        </p:txBody>
      </p:sp>
      <p:pic>
        <p:nvPicPr>
          <p:cNvPr id="3" name="Picture 2" descr="01-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Domain crossing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lockup latch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f3→f4 pair</a:t>
            </a:r>
          </a:p>
        </p:txBody>
      </p:sp>
      <p:pic>
        <p:nvPicPr>
          <p:cNvPr id="3" name="Picture 2" descr="02-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f3→f4 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lockup latch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Lockup cell</a:t>
            </a:r>
          </a:p>
        </p:txBody>
      </p:sp>
      <p:pic>
        <p:nvPicPr>
          <p:cNvPr id="3" name="Picture 2" descr="03-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Lockup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lockup latch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Clock domains</a:t>
            </a:r>
          </a:p>
        </p:txBody>
      </p:sp>
      <p:pic>
        <p:nvPicPr>
          <p:cNvPr id="3" name="Picture 2" descr="04-cl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Clock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lockup latch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lockup latch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lockup latch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find_lockups(); assert count==1 and from f3 to f4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lockup latch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Lockup on same domain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clk2 crossing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lockup latch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netlist 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lockup latch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