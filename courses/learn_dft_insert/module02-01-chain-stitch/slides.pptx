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Chain stitch wires Q of previous flop to SI of next in scan_order.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stitch_count=3.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 of previous flop → SI of next in scan_order.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Stitch f1 Q to f2 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Stitch f2 Q to f3 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Stitch f3 Q to f4 SI (crosses domain).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stitch_count=3.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**chain-stitch**. Confirm 3 stitches f1→f2→f3→f4.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stitch_chain(); assert stitch_count==3.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Counting SI/SO hooks as stitches. Wrong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scan order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stitch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Chain stitch wires Q of previous flop to SI of next in scan_order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chain stitch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stitch_count=3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chain stitch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Stitch rule</a:t>
            </a:r>
          </a:p>
        </p:txBody>
      </p:sp>
      <p:pic>
        <p:nvPicPr>
          <p:cNvPr id="3" name="Picture 2" descr="01-r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Stitch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chain stitch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f1→f2</a:t>
            </a:r>
          </a:p>
        </p:txBody>
      </p:sp>
      <p:pic>
        <p:nvPicPr>
          <p:cNvPr id="3" name="Picture 2" descr="02-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f1→f2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chain stitch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f2→f3</a:t>
            </a:r>
          </a:p>
        </p:txBody>
      </p:sp>
      <p:pic>
        <p:nvPicPr>
          <p:cNvPr id="3" name="Picture 2" descr="03-s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f2→f3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chain stitch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f3→f4</a:t>
            </a:r>
          </a:p>
        </p:txBody>
      </p:sp>
      <p:pic>
        <p:nvPicPr>
          <p:cNvPr id="3" name="Picture 2" descr="04-s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f3→f4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chain stitch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chain stitch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chain stitch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stitch_chain(); assert stitch_count==3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chain stitch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Counting SI/SO hooks as stitches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Wrong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chain stitch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scan order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chain stitch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