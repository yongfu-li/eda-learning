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DFT insert adds scan wiring edges to the netlist.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transform_edge_count=6 (SI + 3 stitches + SO + 1 lockup).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SI→f1 hook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flop-to-flop stitch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f4→SO hook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lockup edge on d0→d1 crossing.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transform_edge_count=6.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**netlist-transform**. Confirm 6 transform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netlist_transform(); assert edge_count==6.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Double-counting stitches. Forgetting lockup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DFT markers.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transform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DFT insert adds scan wiring edges to the netlist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transform_edge_count=6 (SI + 3 stitches + SO + 1 lockup)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 edge</a:t>
            </a:r>
          </a:p>
        </p:txBody>
      </p:sp>
      <p:pic>
        <p:nvPicPr>
          <p:cNvPr id="3" name="Picture 2" descr="01-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Stitch edges</a:t>
            </a:r>
          </a:p>
        </p:txBody>
      </p:sp>
      <p:pic>
        <p:nvPicPr>
          <p:cNvPr id="3" name="Picture 2" descr="02-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Stitch edges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SO edge</a:t>
            </a:r>
          </a:p>
        </p:txBody>
      </p:sp>
      <p:pic>
        <p:nvPicPr>
          <p:cNvPr id="3" name="Picture 2" descr="03-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SO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Lockup edge</a:t>
            </a:r>
          </a:p>
        </p:txBody>
      </p:sp>
      <p:pic>
        <p:nvPicPr>
          <p:cNvPr id="3" name="Picture 2" descr="04-l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Lockup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netlist_transform(); assert edge_count==6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stitches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lockup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DFT markers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learn_dft_insert — 03 netlist transform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