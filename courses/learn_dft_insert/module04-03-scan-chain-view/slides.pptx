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 view stitches chain, ports, and lockup for sanity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f1→f2→f3→f4; lockup between f3→f4.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Visualize full scan path SI→f1→…→f4→SO.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stitch edges between flops.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Lockup dashed between f3 and 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scan_enable shown above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f1→f2→f3→f4 with lockup f3→f4.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**scan-chain-view**. Confirm full chain + lockup drawing.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stitch + lockup + transform; drawDft shows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Drawing functional D paths instead of scan. Hiding lockup.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DFT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Chain view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Browser view stitches chain, ports, and lockup for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f1→f2→f3→f4; lockup between f3→f4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Draw chain</a:t>
            </a:r>
          </a:p>
        </p:txBody>
      </p:sp>
      <p:pic>
        <p:nvPicPr>
          <p:cNvPr id="3" name="Picture 2" descr="01-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Draw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Stitch lines</a:t>
            </a:r>
          </a:p>
        </p:txBody>
      </p:sp>
      <p:pic>
        <p:nvPicPr>
          <p:cNvPr id="3" name="Picture 2" descr="02-sti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Stitch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Lockup highlight</a:t>
            </a:r>
          </a:p>
        </p:txBody>
      </p:sp>
      <p:pic>
        <p:nvPicPr>
          <p:cNvPr id="3" name="Picture 2" descr="03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Lockup 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 label</a:t>
            </a:r>
          </a:p>
        </p:txBody>
      </p:sp>
      <p:pic>
        <p:nvPicPr>
          <p:cNvPr id="3" name="Picture 2" descr="04-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Reuse stitch + lockup + transform; drawDft shows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Drawing functional D paths instead of scan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Hiding lockup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DFT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chain 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