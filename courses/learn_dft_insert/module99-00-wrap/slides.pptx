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checked tiny_dft: 4 SDFF cells; stitch=3; lockup f3→f4; 6 edges; 1 marker; engine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learn_signoff.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scan flops, SE/SI/SO, stitch, order, lockup, transform, markers,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SDFF cells; stitch=3; lockup f3→f4; edges=6; markers=1; engine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learn_signoff.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 the wrap done when you can explain lockup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Wrap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checked tiny_dft: 4 SDFF cells; stitch=3; lockup f3→f4; 6 edges; 1 marker; engine 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learn_signoff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Recap scan flops, SE/SI/SO, stitch, order, lockup, transform, markers,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4 SDFF cells; stitch=3; lockup f3→f4; edges=6; markers=1; engine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learn_signoff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Mark the wrap done when you can explain lockup markers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